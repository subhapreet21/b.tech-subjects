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photoAlbum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1842D-D7D9-F4BA-9CA5-E8FF2343FF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4AAC70-1AA7-A17E-F355-45E05BC7AC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7F7A2A-6734-13ED-461E-D458E2D8C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7326D-EC04-4646-88DA-76BF0AED2EE6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FDC965-1926-90EF-CC7F-61F80C064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C277D7-F19B-CFAD-DBE5-CD87EBDA5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1EE7C-7301-44E9-9AA6-5DCCA2FAFF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7804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1F425-961C-11B8-B156-61AACE971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2F4D81-01F4-15E2-BA28-672EC37C5F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AC0B6-7D47-71A3-BC08-DE04DB02D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7326D-EC04-4646-88DA-76BF0AED2EE6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175F4-A5B1-FFF5-3EC2-C62E7B6E0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ABDAD1-D227-A09C-359E-F31F6F0DF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1EE7C-7301-44E9-9AA6-5DCCA2FAFF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0875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8B424-E966-B439-8B4B-E70C79757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9BE8FA-69E9-151F-E37F-619CFA93E3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C28D8-6E1B-3D3C-E919-7DCCE77B9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7326D-EC04-4646-88DA-76BF0AED2EE6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2E67F8-DD53-DAAF-C64E-A3F04245C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184B1-60D9-D2B1-D47B-B85273398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1EE7C-7301-44E9-9AA6-5DCCA2FAFF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2528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09D22-5CD3-728B-B57D-B1B96B8AC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95CB4-D399-FC5B-B0D8-22F6B624EE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424776-ED0C-F0A2-CBDB-E6BDA2BDA4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654DC9-06EE-0D50-9995-EE2F2A1E6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7326D-EC04-4646-88DA-76BF0AED2EE6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8FAA21-7890-AA55-B3B1-1F1D5951B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F0CA8F-1C11-97D8-3977-250D5B228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1EE7C-7301-44E9-9AA6-5DCCA2FAFF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503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C4409-C68D-09A9-E52E-DA5153687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ACDE4D-F31D-46F7-DF57-1C0D400E7E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EE20F0-ABCE-1558-2BEE-D9EAEBD779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89C013-A986-28AF-4E4C-67D17737E9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8B52B3-A695-6088-F0BE-D79DE53A50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6A2688-E7F2-4A51-67FB-E9A7245E5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7326D-EC04-4646-88DA-76BF0AED2EE6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394A7D-E71E-0153-D81E-1B4FB2132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1213F3-82D0-0034-C202-E1679D975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1EE7C-7301-44E9-9AA6-5DCCA2FAFF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9172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D3D44-FEE5-9A31-547D-02F173DBD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AA6BF2-9C53-9120-D8C1-DA196AB22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7326D-EC04-4646-88DA-76BF0AED2EE6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46C79D-9EF9-20AA-52F9-9DD803BE6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7D467D-BEC7-1468-BB1C-124B0AC71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1EE7C-7301-44E9-9AA6-5DCCA2FAFF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4898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6507A6-9B46-827D-505F-142520F45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7326D-EC04-4646-88DA-76BF0AED2EE6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0A5112-24CB-50AD-24D2-62C1E1793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5BC6E4-233F-C290-80E5-D64252BED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1EE7C-7301-44E9-9AA6-5DCCA2FAFF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8898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0D835-46DA-114D-00DD-78CF33C9E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9BCC6-92FA-A58D-A55C-0178C456DA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7689FF-9A09-ED55-ED0D-31131878A1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B9B29B-F8E7-0D57-E3C5-1CF705D51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7326D-EC04-4646-88DA-76BF0AED2EE6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A2B04E-8125-8C41-02BF-3A220F072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CFB17D-9BB3-3811-1B59-2BCE4814C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1EE7C-7301-44E9-9AA6-5DCCA2FAFF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6006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484D9-D3E8-D5EA-482B-F5F6E8849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77E8BC-9F95-4810-1529-583F32FD74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0FE591-571A-BF26-26B3-D39D953507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79B13D-C439-9174-B2B4-D10C9AE43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7326D-EC04-4646-88DA-76BF0AED2EE6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9CAFDE-0F45-634C-D5D2-F429F3D61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AFAC8D-5A90-DDDC-B9BC-C6FD5DE01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1EE7C-7301-44E9-9AA6-5DCCA2FAFF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907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00B47-1503-7408-E631-EC53A2988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5322B1-1BCE-BFE7-4FA0-E5E3587686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BE8890-82FE-313E-4B12-CBD06E2D9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7326D-EC04-4646-88DA-76BF0AED2EE6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752368-D870-590F-3DB6-D87BAADC2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81F5B2-4D64-D733-DB8D-EB89D685F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1EE7C-7301-44E9-9AA6-5DCCA2FAFF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5807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F6DB94-0E42-7D4B-0991-54B76E538F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D18938-4547-8102-8961-1381357812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34039-3604-4B38-26F4-1D7256305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7326D-EC04-4646-88DA-76BF0AED2EE6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993AF2-A651-A0BE-615D-A3D3688C3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DB45A7-10BD-681D-3263-0A91133C5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1EE7C-7301-44E9-9AA6-5DCCA2FAFF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4123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5C9948-4331-5FDF-EE02-CF5DDD621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54C895-51D2-6FEE-7921-D052FD4217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56EB86-1EBC-835A-51C9-416138D644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E7326D-EC04-4646-88DA-76BF0AED2EE6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47779C-117C-88A1-A2FA-B2EFCAD145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3DB8E-1595-AC98-437D-4F7481F9B8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91EE7C-7301-44E9-9AA6-5DCCA2FAFF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8934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48B16-7FF3-8F4D-1087-A8FB1F52ED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Intro </a:t>
            </a:r>
            <a:r>
              <a:rPr lang="en-IN"/>
              <a:t>to NoSQL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2CE543-09D8-9127-DFE4-7280DB5764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/>
              <a:t>by Srikanth Dasari</a:t>
            </a:r>
          </a:p>
        </p:txBody>
      </p:sp>
    </p:spTree>
    <p:extLst>
      <p:ext uri="{BB962C8B-B14F-4D97-AF65-F5344CB8AC3E}">
        <p14:creationId xmlns:p14="http://schemas.microsoft.com/office/powerpoint/2010/main" val="1372586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1">
            <a:extLst>
              <a:ext uri="{FF2B5EF4-FFF2-40B4-BE49-F238E27FC236}">
                <a16:creationId xmlns:a16="http://schemas.microsoft.com/office/drawing/2014/main" id="{04BD517F-C948-7574-7D72-112B029C58D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985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2">
            <a:extLst>
              <a:ext uri="{FF2B5EF4-FFF2-40B4-BE49-F238E27FC236}">
                <a16:creationId xmlns:a16="http://schemas.microsoft.com/office/drawing/2014/main" id="{83D93851-A7BB-004E-C4EE-4E083231352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087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3">
            <a:extLst>
              <a:ext uri="{FF2B5EF4-FFF2-40B4-BE49-F238E27FC236}">
                <a16:creationId xmlns:a16="http://schemas.microsoft.com/office/drawing/2014/main" id="{B973E9B6-C2D5-56D0-2AA8-2ABC189F37F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4">
            <a:extLst>
              <a:ext uri="{FF2B5EF4-FFF2-40B4-BE49-F238E27FC236}">
                <a16:creationId xmlns:a16="http://schemas.microsoft.com/office/drawing/2014/main" id="{F36718F7-6AF0-47CC-029C-B6C7384812E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892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5">
            <a:extLst>
              <a:ext uri="{FF2B5EF4-FFF2-40B4-BE49-F238E27FC236}">
                <a16:creationId xmlns:a16="http://schemas.microsoft.com/office/drawing/2014/main" id="{C79D37A7-E7E9-6634-6312-BE227B5BD68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363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6">
            <a:extLst>
              <a:ext uri="{FF2B5EF4-FFF2-40B4-BE49-F238E27FC236}">
                <a16:creationId xmlns:a16="http://schemas.microsoft.com/office/drawing/2014/main" id="{3B6DFD5A-8B9E-ADBB-9FED-FDD8ECC798F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62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7">
            <a:extLst>
              <a:ext uri="{FF2B5EF4-FFF2-40B4-BE49-F238E27FC236}">
                <a16:creationId xmlns:a16="http://schemas.microsoft.com/office/drawing/2014/main" id="{8514563C-F0FF-F87F-F70D-AEC85907028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0500"/>
            <a:ext cx="12192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349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8">
            <a:extLst>
              <a:ext uri="{FF2B5EF4-FFF2-40B4-BE49-F238E27FC236}">
                <a16:creationId xmlns:a16="http://schemas.microsoft.com/office/drawing/2014/main" id="{63DC4CCF-B0FF-3A5A-26F9-C560538EF87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7668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9">
            <a:extLst>
              <a:ext uri="{FF2B5EF4-FFF2-40B4-BE49-F238E27FC236}">
                <a16:creationId xmlns:a16="http://schemas.microsoft.com/office/drawing/2014/main" id="{D4726F79-959F-C719-A1C4-3C9F336E44C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585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10">
            <a:extLst>
              <a:ext uri="{FF2B5EF4-FFF2-40B4-BE49-F238E27FC236}">
                <a16:creationId xmlns:a16="http://schemas.microsoft.com/office/drawing/2014/main" id="{00E2C85F-7AAF-F3E9-A719-EAFFC91B239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4516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11">
            <a:extLst>
              <a:ext uri="{FF2B5EF4-FFF2-40B4-BE49-F238E27FC236}">
                <a16:creationId xmlns:a16="http://schemas.microsoft.com/office/drawing/2014/main" id="{FA828017-158D-01AF-4B1B-5B28F5969FF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8356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12">
            <a:extLst>
              <a:ext uri="{FF2B5EF4-FFF2-40B4-BE49-F238E27FC236}">
                <a16:creationId xmlns:a16="http://schemas.microsoft.com/office/drawing/2014/main" id="{80009B84-BE92-3A71-CA98-F26AE93CB4C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963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13">
            <a:extLst>
              <a:ext uri="{FF2B5EF4-FFF2-40B4-BE49-F238E27FC236}">
                <a16:creationId xmlns:a16="http://schemas.microsoft.com/office/drawing/2014/main" id="{D1AE71E9-513D-14DB-EFCB-566EB728550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9091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14">
            <a:extLst>
              <a:ext uri="{FF2B5EF4-FFF2-40B4-BE49-F238E27FC236}">
                <a16:creationId xmlns:a16="http://schemas.microsoft.com/office/drawing/2014/main" id="{CD807010-A1C0-7C76-C128-DBEB87F94A8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8754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15">
            <a:extLst>
              <a:ext uri="{FF2B5EF4-FFF2-40B4-BE49-F238E27FC236}">
                <a16:creationId xmlns:a16="http://schemas.microsoft.com/office/drawing/2014/main" id="{EED310A2-22F3-C376-9873-433139FC411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3798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Widescreen</PresentationFormat>
  <Paragraphs>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Intro to NoSQL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Dasari</dc:creator>
  <cp:lastModifiedBy>Srikanth Dasari</cp:lastModifiedBy>
  <cp:revision>1</cp:revision>
  <dcterms:created xsi:type="dcterms:W3CDTF">2025-07-22T03:06:04Z</dcterms:created>
  <dcterms:modified xsi:type="dcterms:W3CDTF">2025-07-22T03:06:27Z</dcterms:modified>
</cp:coreProperties>
</file>