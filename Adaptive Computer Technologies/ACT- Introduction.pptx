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4" roundtripDataSignature="AMtx7mjSS86oMh0U5LrHdvsAfFRVDDk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914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I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Computer Technologies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MR22-1ES0104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L-2, P-2, C-3</a:t>
            </a:r>
            <a:endParaRPr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2971800"/>
            <a:ext cx="64008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/>
          </a:p>
          <a:p>
            <a:pPr indent="0" lvl="0" marL="0" rtl="0" algn="ctr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Vikram Kalvala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/>
          </a:p>
          <a:p>
            <a:pPr indent="0" lvl="0" marL="0" rtl="0" algn="ctr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  <a:endParaRPr/>
          </a:p>
          <a:p>
            <a:pPr indent="0" lvl="0" marL="0" rtl="0" algn="ctr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CSE,</a:t>
            </a:r>
            <a:endParaRPr/>
          </a:p>
          <a:p>
            <a:pPr indent="0" lvl="0" marL="0" rtl="0" algn="ctr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 of Engineering,</a:t>
            </a:r>
            <a:endParaRPr/>
          </a:p>
          <a:p>
            <a:pPr indent="0" lvl="0" marL="0" rtl="0" algn="ctr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Malareddy University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762000" y="27709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I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Objectives</a:t>
            </a:r>
            <a:endParaRPr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None/>
            </a:pPr>
            <a:r>
              <a:rPr b="1" lang="en-IN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will be able to: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course aims to provide exposure to the different computer technologies and their utilization.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the students to understand about computer networks, components involved, different network topologies and identifying problems in establishing a network.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will be able to aware about the internet, services provided by internet and security issues.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learn the concepts of cloud computing, internet of things and their applications.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enables the students to learn about augmented reality, virtual reality and their role in present technological society.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introduces the concepts of artificial intelligence, machine learning, deep learning and their real time applications.</a:t>
            </a:r>
            <a:endParaRPr/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762000" y="27709"/>
            <a:ext cx="7772400" cy="658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1- Computer Networks &amp; the Internet</a:t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Computer Networks, Advantages of Computer Networks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Networks: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Area Network, Wide Area Network, Metropolitan Area Network, Campus/Corporate Area Network, Personal Area Network, Peer-to-Peer Networks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Components of a Network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Metrics: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Downloading, Uploading, Buffering, Speed- Baud rate, Bandwidth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Wired Media: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Twisted-pair Wires, Coaxial Cables, Fiber Optic Cables,5G- technologies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Media: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Terrestrial Microwaves, Satellite Communication, Infrared Communication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Networking Devices: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Hub ,Repeater, Switch, Bridge, Router, Gateway , Network Interface Card, RJ45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Topologies: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Topology, Star Topology, Ring Topology, Mesh topology, Hybrid Topolog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study-1: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 PPT/Poster about networking a lab with 90 systems and list out the issues identified in planning.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762000" y="27709"/>
            <a:ext cx="7772400" cy="658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2- Internet</a:t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History, Internet Protocol Address, Types of IP Addresses, Domain Name System (DNS), Uniform Resource Locator (URL)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Services: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Electronic Mail, File Transfer Protocol, Chatting, Internet Conferencing, Electronic Newspaper, World Wide Web, Online Shopping, Search Engine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Security terminology: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Virus, Malware, Ransom ware, Trojan Horse, Worm, Bot/Botnet, Spy ware, Rootkit, DDos, Phishing, Click jacking, Deep fake, White hat/Black hat, Firewall, Encryption, Decryption, Penetration testing.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Casestudy-2: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Poster/PPT about the differences between website and web portal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762000" y="27709"/>
            <a:ext cx="7772400" cy="658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3- Cloud &amp; IOT</a:t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Trends in Computing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Distributed Computing, Grid Computing, Cluster Computing, Utility Computing,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Computing, Definition of Cloud Computing, Characteristics, Service Models, Deployment Models, Cloud Service Models Providers,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Disadvantages of Cloud Computing,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Services &amp; Applications.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Internet of Things: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IoT Reference model and Architecture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Things in IoT 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and Actuators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fundamentals and characteristics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–Principles of sensing- capacitance - magnetic and electromagnetic induction – resistance - piezoelectric effect – heat transfer-light.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IOT and Sensors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Casestudy-3: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 PPT/Poster about the future scope of IOT and Sensors in agriculture and defense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762000" y="27709"/>
            <a:ext cx="7772400" cy="658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4- Augmented Reality &amp; Virtual Reality</a:t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Reality, Augmented Reality, Mixed Reality, Augmented Virtuality, Extended Reality,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History, VR Features, VR Controllers, Current issues with VR,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Mobile devices, AR headsets, AR glasses, AR Controllers, Current issues with AR.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AR &amp; VR in educational and IT sector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Casestudy-4: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 PPT/Poster about the future scope of mobile applications implementing AR/VR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762000" y="27709"/>
            <a:ext cx="7772400" cy="658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5- Data Science and Google Technologies</a:t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Data-Information-Knowledge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Databases - Data warehouse - Big Data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learning, Unsupervised learning, Reinforcement learning with respect to Data mining - Machine Learning - Artificial Intelligence - Deep Learning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time applications on AI/ML/DL/DS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Casestudy-5: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 PPT/Poster about the future scope of AI/ML/DL/DS in various fields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Technologies: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Search Engine, Google Sheets, Google documents, Google forms, Google Drive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Casestudy-5: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a survey using Google forms and generate pictorial reports using Google sheets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762000" y="27709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I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Outcomes</a:t>
            </a:r>
            <a:endParaRPr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304800" y="7620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None/>
            </a:pPr>
            <a:r>
              <a:rPr b="1" lang="en-IN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outcomes: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distinguish different types of computer networks, their topologies and identify problems in establishing a network.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about the internet, different services provided by it and different threats.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process of cloud computing, internet of things, their relationship and applications.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 aware of augmented and virtual reality, their application and importance.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concepts of machine learning, deep learning and artificial intelligence and their real time applications.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Gopi Tilak</dc:creator>
</cp:coreProperties>
</file>