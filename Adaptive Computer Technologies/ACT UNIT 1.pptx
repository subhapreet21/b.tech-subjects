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handoutMasterIdLst>
    <p:handoutMasterId r:id="rId77"/>
  </p:handoutMasterIdLst>
  <p:sldIdLst>
    <p:sldId id="334" r:id="rId2"/>
    <p:sldId id="259" r:id="rId3"/>
    <p:sldId id="260" r:id="rId4"/>
    <p:sldId id="261" r:id="rId5"/>
    <p:sldId id="262" r:id="rId6"/>
    <p:sldId id="263"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71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A51031-E79C-48CF-84DF-2901BF7E286A}" type="datetimeFigureOut">
              <a:rPr lang="en-US" smtClean="0"/>
              <a:t>7/22/2023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758B6D9-B87A-4439-A5C9-A70A5EF4DBF3}"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E14701-C1AD-4FAD-9AD3-C385A6B79A69}" type="datetimeFigureOut">
              <a:rPr lang="en-US" smtClean="0"/>
              <a:t>7/22/2023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96A8F4-CA93-466F-8333-17019F103A97}" type="slidenum">
              <a:rPr lang="en-US" smtClean="0"/>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D96A8F4-CA93-466F-8333-17019F103A97}" type="slidenum">
              <a:rPr lang="en-US" smtClean="0"/>
              <a:t>1</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6F5C426-4A31-4A9E-B892-668262966886}" type="datetime1">
              <a:rPr lang="en-US" smtClean="0"/>
              <a:t>7/22/2023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A6B83F-A068-4530-AC02-769F303F0135}" type="datetime1">
              <a:rPr lang="en-US" smtClean="0"/>
              <a:t>7/22/2023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A0DAB-8CC9-4B09-BDC2-273A583C26B1}" type="datetime1">
              <a:rPr lang="en-US" smtClean="0"/>
              <a:t>7/22/2023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C4131E-A143-49A7-B06C-7C2525A32F17}" type="datetime1">
              <a:rPr lang="en-US" smtClean="0"/>
              <a:t>7/22/2023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31AB549-7D40-4D01-AAFA-D55C83B35411}" type="datetime1">
              <a:rPr lang="en-US" smtClean="0"/>
              <a:t>7/22/2023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DEF359-DC3B-418A-8797-FF6D8E4C475E}" type="datetime1">
              <a:rPr lang="en-US" smtClean="0"/>
              <a:t>7/22/2023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9CF5CF-1402-4F7E-87DA-D8917ACD5FDB}" type="datetime1">
              <a:rPr lang="en-US" smtClean="0"/>
              <a:t>7/22/2023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89DA1F-321A-4ECF-B4B2-2B2070E31C80}" type="datetime1">
              <a:rPr lang="en-US" smtClean="0"/>
              <a:t>7/22/2023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EAEE34-700E-4F26-BDC5-9B843779564C}" type="datetime1">
              <a:rPr lang="en-US" smtClean="0"/>
              <a:t>7/22/2023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84BDB8-54FB-44AB-8F12-EA4246E70781}" type="datetime1">
              <a:rPr lang="en-US" smtClean="0"/>
              <a:t>7/22/2023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ACAAE7-81C6-4594-8C6B-C97057256E54}" type="datetime1">
              <a:rPr lang="en-US" smtClean="0"/>
              <a:t>7/22/2023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4560BE-571A-42B2-B1B0-F1F13DB12AEB}" type="datetime1">
              <a:rPr lang="en-US" smtClean="0"/>
              <a:t>7/22/2023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ormAutofit fontScale="90000"/>
          </a:bodyPr>
          <a:lstStyle/>
          <a:p>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Department of Computer Science &amp; Engineering </a:t>
            </a:r>
            <a:br>
              <a:rPr lang="en-US" sz="2000" dirty="0">
                <a:latin typeface="Times New Roman" pitchFamily="18" charset="0"/>
                <a:cs typeface="Times New Roman" pitchFamily="18" charset="0"/>
              </a:rPr>
            </a:b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3075" name="Content Placeholder 2"/>
          <p:cNvSpPr>
            <a:spLocks noGrp="1"/>
          </p:cNvSpPr>
          <p:nvPr>
            <p:ph idx="1"/>
          </p:nvPr>
        </p:nvSpPr>
        <p:spPr/>
        <p:txBody>
          <a:bodyPr/>
          <a:lstStyle/>
          <a:p>
            <a:pPr algn="ctr">
              <a:buFont typeface="Arial" pitchFamily="34" charset="0"/>
              <a:buNone/>
            </a:pPr>
            <a:endParaRPr lang="en-US" sz="2400" dirty="0"/>
          </a:p>
          <a:p>
            <a:pPr algn="ctr">
              <a:buFont typeface="Arial" pitchFamily="34" charset="0"/>
              <a:buNone/>
            </a:pPr>
            <a:r>
              <a:rPr lang="en-US" sz="2400" dirty="0"/>
              <a:t>I Year CSE II </a:t>
            </a:r>
            <a:r>
              <a:rPr lang="en-US" sz="2400" dirty="0" err="1"/>
              <a:t>Sem</a:t>
            </a:r>
            <a:endParaRPr lang="en-US" sz="2400" dirty="0"/>
          </a:p>
          <a:p>
            <a:pPr algn="ctr">
              <a:buFont typeface="Arial" pitchFamily="34" charset="0"/>
              <a:buNone/>
            </a:pPr>
            <a:r>
              <a:rPr lang="en-US" sz="2400" dirty="0"/>
              <a:t>Subject: Adaptive Computer Technologies(MR22-1ES0103)</a:t>
            </a:r>
          </a:p>
          <a:p>
            <a:pPr algn="ctr">
              <a:buFont typeface="Arial" pitchFamily="34" charset="0"/>
              <a:buNone/>
            </a:pPr>
            <a:endParaRPr lang="en-US" sz="2400" dirty="0"/>
          </a:p>
          <a:p>
            <a:pPr algn="ctr">
              <a:buFont typeface="Arial" pitchFamily="34" charset="0"/>
              <a:buNone/>
            </a:pPr>
            <a:r>
              <a:rPr lang="en-US" sz="1800" dirty="0">
                <a:latin typeface="Times New Roman" pitchFamily="18" charset="0"/>
                <a:cs typeface="Times New Roman" pitchFamily="18" charset="0"/>
              </a:rPr>
              <a:t>Prepared by</a:t>
            </a:r>
          </a:p>
          <a:p>
            <a:pPr algn="ctr">
              <a:buFont typeface="Arial" pitchFamily="34" charset="0"/>
              <a:buNone/>
            </a:pPr>
            <a:r>
              <a:rPr lang="en-US" sz="1600" dirty="0" err="1">
                <a:latin typeface="Times New Roman" pitchFamily="18" charset="0"/>
                <a:cs typeface="Times New Roman" pitchFamily="18" charset="0"/>
              </a:rPr>
              <a:t>Vikram</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Kalvala</a:t>
            </a:r>
            <a:endParaRPr lang="en-US" sz="1600" dirty="0">
              <a:latin typeface="Times New Roman" pitchFamily="18" charset="0"/>
              <a:cs typeface="Times New Roman" pitchFamily="18" charset="0"/>
            </a:endParaRPr>
          </a:p>
          <a:p>
            <a:pPr algn="ctr">
              <a:buFont typeface="Arial" pitchFamily="34" charset="0"/>
              <a:buNone/>
            </a:pPr>
            <a:r>
              <a:rPr lang="en-US" sz="1600" dirty="0" err="1">
                <a:latin typeface="Times New Roman" pitchFamily="18" charset="0"/>
                <a:cs typeface="Times New Roman" pitchFamily="18" charset="0"/>
              </a:rPr>
              <a:t>Asst.Prof</a:t>
            </a:r>
            <a:r>
              <a:rPr lang="en-US" sz="1600" dirty="0">
                <a:latin typeface="Times New Roman" pitchFamily="18" charset="0"/>
                <a:cs typeface="Times New Roman" pitchFamily="18" charset="0"/>
              </a:rPr>
              <a:t>.</a:t>
            </a: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791200"/>
            <a:ext cx="8391524" cy="857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Chapter 1- Computer Networks &amp; the Internet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lnSpcReduction="10000"/>
          </a:bodyPr>
          <a:lstStyle/>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Introduction to Computer Networks, Advantages of Computer Networks</a:t>
            </a:r>
          </a:p>
          <a:p>
            <a:pPr marL="342900" indent="-342900" algn="just">
              <a:buFont typeface="Arial" pitchFamily="34" charset="0"/>
              <a:buChar char="•"/>
            </a:pPr>
            <a:r>
              <a:rPr lang="en-IN" sz="2000" b="1" dirty="0">
                <a:solidFill>
                  <a:schemeClr val="tx1"/>
                </a:solidFill>
                <a:latin typeface="Times New Roman" pitchFamily="18" charset="0"/>
                <a:cs typeface="Times New Roman" pitchFamily="18" charset="0"/>
              </a:rPr>
              <a:t>Types of Networks: </a:t>
            </a:r>
            <a:r>
              <a:rPr lang="en-IN" sz="2000" dirty="0">
                <a:solidFill>
                  <a:schemeClr val="tx1"/>
                </a:solidFill>
                <a:latin typeface="Times New Roman" pitchFamily="18" charset="0"/>
                <a:cs typeface="Times New Roman" pitchFamily="18" charset="0"/>
              </a:rPr>
              <a:t>Local Area Network, Wide Area Network, Metropolitan Area Network, Campus/Corporate Area Network, Personal Area Network, Peer-to-Peer Networks</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Physical Components of a Network</a:t>
            </a:r>
          </a:p>
          <a:p>
            <a:pPr marL="342900" indent="-342900" algn="just">
              <a:buFont typeface="Arial" pitchFamily="34" charset="0"/>
              <a:buChar char="•"/>
            </a:pPr>
            <a:r>
              <a:rPr lang="en-IN" sz="2000" b="1" dirty="0">
                <a:solidFill>
                  <a:schemeClr val="tx1"/>
                </a:solidFill>
                <a:latin typeface="Times New Roman" pitchFamily="18" charset="0"/>
                <a:cs typeface="Times New Roman" pitchFamily="18" charset="0"/>
              </a:rPr>
              <a:t>Network Metrics: </a:t>
            </a:r>
            <a:r>
              <a:rPr lang="en-IN" sz="2000" dirty="0">
                <a:solidFill>
                  <a:schemeClr val="tx1"/>
                </a:solidFill>
                <a:latin typeface="Times New Roman" pitchFamily="18" charset="0"/>
                <a:cs typeface="Times New Roman" pitchFamily="18" charset="0"/>
              </a:rPr>
              <a:t>Downloading, Uploading, Buffering, Speed- Baud rate, Bandwidth</a:t>
            </a:r>
          </a:p>
          <a:p>
            <a:pPr marL="342900" indent="-342900" algn="just">
              <a:buFont typeface="Arial" pitchFamily="34" charset="0"/>
              <a:buChar char="•"/>
            </a:pPr>
            <a:r>
              <a:rPr lang="en-IN" sz="2000" b="1" dirty="0">
                <a:solidFill>
                  <a:schemeClr val="tx1"/>
                </a:solidFill>
                <a:latin typeface="Times New Roman" pitchFamily="18" charset="0"/>
                <a:cs typeface="Times New Roman" pitchFamily="18" charset="0"/>
              </a:rPr>
              <a:t>Wired Media: </a:t>
            </a:r>
            <a:r>
              <a:rPr lang="en-IN" sz="2000" dirty="0">
                <a:solidFill>
                  <a:schemeClr val="tx1"/>
                </a:solidFill>
                <a:latin typeface="Times New Roman" pitchFamily="18" charset="0"/>
                <a:cs typeface="Times New Roman" pitchFamily="18" charset="0"/>
              </a:rPr>
              <a:t>Twisted-pair Wires, Coaxial Cables, Fiber Optic Cables,5G- technologies</a:t>
            </a:r>
          </a:p>
          <a:p>
            <a:pPr marL="342900" indent="-342900" algn="just">
              <a:buFont typeface="Arial" pitchFamily="34" charset="0"/>
              <a:buChar char="•"/>
            </a:pPr>
            <a:r>
              <a:rPr lang="en-IN" sz="2000" b="1" dirty="0">
                <a:solidFill>
                  <a:schemeClr val="tx1"/>
                </a:solidFill>
                <a:latin typeface="Times New Roman" pitchFamily="18" charset="0"/>
                <a:cs typeface="Times New Roman" pitchFamily="18" charset="0"/>
              </a:rPr>
              <a:t>Wireless Media: </a:t>
            </a:r>
            <a:r>
              <a:rPr lang="en-IN" sz="2000" dirty="0">
                <a:solidFill>
                  <a:schemeClr val="tx1"/>
                </a:solidFill>
                <a:latin typeface="Times New Roman" pitchFamily="18" charset="0"/>
                <a:cs typeface="Times New Roman" pitchFamily="18" charset="0"/>
              </a:rPr>
              <a:t>Terrestrial Microwaves, Satellite Communication, Infrared Communication</a:t>
            </a:r>
          </a:p>
          <a:p>
            <a:pPr marL="342900" indent="-342900" algn="just">
              <a:buFont typeface="Arial" pitchFamily="34" charset="0"/>
              <a:buChar char="•"/>
            </a:pPr>
            <a:r>
              <a:rPr lang="en-IN" sz="2000" b="1" dirty="0">
                <a:solidFill>
                  <a:schemeClr val="tx1"/>
                </a:solidFill>
                <a:latin typeface="Times New Roman" pitchFamily="18" charset="0"/>
                <a:cs typeface="Times New Roman" pitchFamily="18" charset="0"/>
              </a:rPr>
              <a:t>Networking Devices: </a:t>
            </a:r>
            <a:r>
              <a:rPr lang="en-IN" sz="2000" dirty="0">
                <a:solidFill>
                  <a:schemeClr val="tx1"/>
                </a:solidFill>
                <a:latin typeface="Times New Roman" pitchFamily="18" charset="0"/>
                <a:cs typeface="Times New Roman" pitchFamily="18" charset="0"/>
              </a:rPr>
              <a:t>Hub ,Repeater, Switch, Bridge, Router, Gateway , Network Interface Card, RJ45</a:t>
            </a:r>
          </a:p>
          <a:p>
            <a:pPr marL="342900" indent="-342900" algn="just">
              <a:buFont typeface="Arial" pitchFamily="34" charset="0"/>
              <a:buChar char="•"/>
            </a:pPr>
            <a:r>
              <a:rPr lang="en-IN" sz="2000" b="1" dirty="0">
                <a:solidFill>
                  <a:schemeClr val="tx1"/>
                </a:solidFill>
                <a:latin typeface="Times New Roman" pitchFamily="18" charset="0"/>
                <a:cs typeface="Times New Roman" pitchFamily="18" charset="0"/>
              </a:rPr>
              <a:t>Network Topologies: </a:t>
            </a:r>
            <a:r>
              <a:rPr lang="en-IN" sz="2000" dirty="0">
                <a:solidFill>
                  <a:schemeClr val="tx1"/>
                </a:solidFill>
                <a:latin typeface="Times New Roman" pitchFamily="18" charset="0"/>
                <a:cs typeface="Times New Roman" pitchFamily="18" charset="0"/>
              </a:rPr>
              <a:t>Bus Topology, Star Topology, Ring Topology, Mesh topology, Hybrid Topolog</a:t>
            </a:r>
            <a:r>
              <a:rPr lang="en-IN" sz="2000" b="1" dirty="0">
                <a:solidFill>
                  <a:schemeClr val="tx1"/>
                </a:solidFill>
                <a:latin typeface="Times New Roman" pitchFamily="18" charset="0"/>
                <a:cs typeface="Times New Roman" pitchFamily="18" charset="0"/>
              </a:rPr>
              <a:t>y</a:t>
            </a:r>
          </a:p>
          <a:p>
            <a:pPr algn="just"/>
            <a:r>
              <a:rPr lang="en-IN" sz="2000" b="1" dirty="0">
                <a:solidFill>
                  <a:srgbClr val="FF0000"/>
                </a:solidFill>
                <a:latin typeface="Times New Roman" pitchFamily="18" charset="0"/>
                <a:cs typeface="Times New Roman" pitchFamily="18" charset="0"/>
              </a:rPr>
              <a:t>Case study-1: </a:t>
            </a:r>
            <a:r>
              <a:rPr lang="en-US" sz="2000" dirty="0">
                <a:solidFill>
                  <a:schemeClr val="tx1"/>
                </a:solidFill>
                <a:latin typeface="Times New Roman" pitchFamily="18" charset="0"/>
                <a:cs typeface="Times New Roman" pitchFamily="18" charset="0"/>
              </a:rPr>
              <a:t>Prepare a PPT/Poster about networking a lab with 90 systems and list out the issues identified in planning.</a:t>
            </a:r>
            <a:endParaRPr lang="en-I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64366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Introduction to computer networks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network is a set of devices (often referred to as nodes) connected by communication links in such a way that they can share resources.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“Computer network’’ to mean a collection of autonomous computers interconnected by a single technology.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connection need not be via a copper wire; fiber optics, microwaves, infrared, and communication satellites can also be used.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Networks of different sizes, shapes and forms connected together to make a larger network called </a:t>
            </a:r>
            <a:r>
              <a:rPr lang="en-IN" sz="2200" b="1" dirty="0">
                <a:solidFill>
                  <a:schemeClr val="tx1"/>
                </a:solidFill>
                <a:latin typeface="Times New Roman" pitchFamily="18" charset="0"/>
                <a:cs typeface="Times New Roman" pitchFamily="18" charset="0"/>
              </a:rPr>
              <a:t>internet</a:t>
            </a:r>
            <a:r>
              <a:rPr lang="en-IN"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resource may be: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file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folder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printer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disk drive</a:t>
            </a:r>
          </a:p>
          <a:p>
            <a:pPr marL="342900" indent="-342900" algn="just">
              <a:buFont typeface="Arial" pitchFamily="34" charset="0"/>
              <a:buChar char="•"/>
            </a:pPr>
            <a:endParaRPr lang="en-US"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850" t="4047" r="5680" b="13263"/>
          <a:stretch/>
        </p:blipFill>
        <p:spPr bwMode="auto">
          <a:xfrm>
            <a:off x="3823562" y="3463636"/>
            <a:ext cx="5285802" cy="3394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966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computer networks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4267200" cy="5638800"/>
          </a:xfrm>
        </p:spPr>
        <p:txBody>
          <a:bodyPr>
            <a:noAutofit/>
          </a:bodyPr>
          <a:lstStyle/>
          <a:p>
            <a:pPr algn="l"/>
            <a:r>
              <a:rPr lang="en-IN" sz="2200" b="1" dirty="0">
                <a:solidFill>
                  <a:schemeClr val="tx1"/>
                </a:solidFill>
                <a:latin typeface="Times New Roman" pitchFamily="18" charset="0"/>
                <a:cs typeface="Times New Roman" pitchFamily="18" charset="0"/>
              </a:rPr>
              <a:t>Advantages:</a:t>
            </a:r>
            <a:endParaRPr lang="en-US" sz="2200" b="1" dirty="0">
              <a:solidFill>
                <a:schemeClr val="tx1"/>
              </a:solidFill>
              <a:latin typeface="Times New Roman" pitchFamily="18" charset="0"/>
              <a:cs typeface="Times New Roman" pitchFamily="18" charset="0"/>
            </a:endParaRP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Connectivity and Communication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Data Sharing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Hardware Sharing</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Increasing storage capacity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Internet Access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Internet Access Sharing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Data Security and Management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Performance Enhancement and Balancing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Entertainment</a:t>
            </a:r>
          </a:p>
          <a:p>
            <a:pPr marL="342900" indent="-342900" algn="l">
              <a:buFont typeface="Arial" pitchFamily="34" charset="0"/>
              <a:buChar char="•"/>
            </a:pPr>
            <a:r>
              <a:rPr lang="en-IN" sz="2200" dirty="0">
                <a:solidFill>
                  <a:schemeClr val="tx1"/>
                </a:solidFill>
                <a:latin typeface="Times New Roman" pitchFamily="18" charset="0"/>
                <a:cs typeface="Times New Roman" pitchFamily="18" charset="0"/>
              </a:rPr>
              <a:t>E-commerce</a:t>
            </a:r>
          </a:p>
        </p:txBody>
      </p:sp>
      <p:sp>
        <p:nvSpPr>
          <p:cNvPr id="5" name="Subtitle 2"/>
          <p:cNvSpPr txBox="1">
            <a:spLocks/>
          </p:cNvSpPr>
          <p:nvPr/>
        </p:nvSpPr>
        <p:spPr>
          <a:xfrm>
            <a:off x="4419600" y="838200"/>
            <a:ext cx="45720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IN" sz="2200" b="1" dirty="0">
                <a:solidFill>
                  <a:schemeClr val="tx1"/>
                </a:solidFill>
                <a:latin typeface="Times New Roman" pitchFamily="18" charset="0"/>
                <a:cs typeface="Times New Roman" pitchFamily="18" charset="0"/>
              </a:rPr>
              <a:t>Disadvantages:</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Network Hardware, Software and Setup Costs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Hardware and Software Management and Administration Costs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Undesirable Sharing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Illegal or Undesirable Behavior </a:t>
            </a:r>
          </a:p>
          <a:p>
            <a:pPr marL="342900" indent="-342900" algn="l">
              <a:buFont typeface="Arial" pitchFamily="34" charset="0"/>
              <a:buChar char="•"/>
            </a:pPr>
            <a:r>
              <a:rPr lang="en-US" sz="2200" dirty="0">
                <a:solidFill>
                  <a:schemeClr val="tx1"/>
                </a:solidFill>
                <a:latin typeface="Times New Roman" pitchFamily="18" charset="0"/>
                <a:cs typeface="Times New Roman" pitchFamily="18" charset="0"/>
              </a:rPr>
              <a:t>Data Security Concerns</a:t>
            </a:r>
          </a:p>
        </p:txBody>
      </p:sp>
    </p:spTree>
    <p:extLst>
      <p:ext uri="{BB962C8B-B14F-4D97-AF65-F5344CB8AC3E}">
        <p14:creationId xmlns:p14="http://schemas.microsoft.com/office/powerpoint/2010/main" val="564607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Open System Interconnection (OSI) Reference Model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OSI stands for Open Systems Interconnection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Created by International Standards Organization (ISO)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Was created as a framework and reference model to explain how different networking technologies work together and interact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not a standard that networking protocols must follow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Each layer has specific functions it is responsible for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All layers work together in the correct order to move data around a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its most basic form, it divides network  architecture into seven layers which, from top to bottom, are the  Application, Presentation, Session, Transport, Network, Data-Link,  and Physical Layers. </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59427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grpSp>
        <p:nvGrpSpPr>
          <p:cNvPr id="598" name="Group 597"/>
          <p:cNvGrpSpPr/>
          <p:nvPr/>
        </p:nvGrpSpPr>
        <p:grpSpPr>
          <a:xfrm>
            <a:off x="681038" y="1066800"/>
            <a:ext cx="7870825" cy="5122863"/>
            <a:chOff x="681038" y="1066800"/>
            <a:chExt cx="7870825" cy="5122863"/>
          </a:xfrm>
        </p:grpSpPr>
        <p:grpSp>
          <p:nvGrpSpPr>
            <p:cNvPr id="301" name="object 2"/>
            <p:cNvGrpSpPr>
              <a:grpSpLocks/>
            </p:cNvGrpSpPr>
            <p:nvPr/>
          </p:nvGrpSpPr>
          <p:grpSpPr bwMode="auto">
            <a:xfrm>
              <a:off x="681038" y="1138238"/>
              <a:ext cx="1470025" cy="479425"/>
              <a:chOff x="681127" y="1138327"/>
              <a:chExt cx="1470025" cy="479425"/>
            </a:xfrm>
          </p:grpSpPr>
          <p:sp>
            <p:nvSpPr>
              <p:cNvPr id="302" name="object 3"/>
              <p:cNvSpPr>
                <a:spLocks/>
              </p:cNvSpPr>
              <p:nvPr/>
            </p:nvSpPr>
            <p:spPr bwMode="auto">
              <a:xfrm>
                <a:off x="698499" y="1155700"/>
                <a:ext cx="1447800" cy="457200"/>
              </a:xfrm>
              <a:custGeom>
                <a:avLst/>
                <a:gdLst>
                  <a:gd name="T0" fmla="*/ 1447800 w 1447800"/>
                  <a:gd name="T1" fmla="*/ 0 h 457200"/>
                  <a:gd name="T2" fmla="*/ 0 w 1447800"/>
                  <a:gd name="T3" fmla="*/ 0 h 457200"/>
                  <a:gd name="T4" fmla="*/ 0 w 1447800"/>
                  <a:gd name="T5" fmla="*/ 457200 h 457200"/>
                  <a:gd name="T6" fmla="*/ 1149350 w 1447800"/>
                  <a:gd name="T7" fmla="*/ 457200 h 457200"/>
                  <a:gd name="T8" fmla="*/ 1447800 w 1447800"/>
                  <a:gd name="T9" fmla="*/ 36322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49350" y="457200"/>
                    </a:lnTo>
                    <a:lnTo>
                      <a:pt x="1447800" y="36322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03" name="object 4"/>
              <p:cNvSpPr>
                <a:spLocks/>
              </p:cNvSpPr>
              <p:nvPr/>
            </p:nvSpPr>
            <p:spPr bwMode="auto">
              <a:xfrm>
                <a:off x="698499" y="1155700"/>
                <a:ext cx="1447800" cy="457200"/>
              </a:xfrm>
              <a:custGeom>
                <a:avLst/>
                <a:gdLst>
                  <a:gd name="T0" fmla="*/ 0 w 1447800"/>
                  <a:gd name="T1" fmla="*/ 0 h 457200"/>
                  <a:gd name="T2" fmla="*/ 1447800 w 1447800"/>
                  <a:gd name="T3" fmla="*/ 0 h 457200"/>
                  <a:gd name="T4" fmla="*/ 1447800 w 1447800"/>
                  <a:gd name="T5" fmla="*/ 363220 h 457200"/>
                  <a:gd name="T6" fmla="*/ 11493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63220"/>
                    </a:lnTo>
                    <a:lnTo>
                      <a:pt x="114935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04" name="object 5"/>
              <p:cNvSpPr>
                <a:spLocks/>
              </p:cNvSpPr>
              <p:nvPr/>
            </p:nvSpPr>
            <p:spPr bwMode="auto">
              <a:xfrm>
                <a:off x="1847849" y="1518920"/>
                <a:ext cx="298450" cy="93980"/>
              </a:xfrm>
              <a:custGeom>
                <a:avLst/>
                <a:gdLst>
                  <a:gd name="T0" fmla="*/ 298450 w 298450"/>
                  <a:gd name="T1" fmla="*/ 0 h 93980"/>
                  <a:gd name="T2" fmla="*/ 160019 w 298450"/>
                  <a:gd name="T3" fmla="*/ 7619 h 93980"/>
                  <a:gd name="T4" fmla="*/ 140969 w 298450"/>
                  <a:gd name="T5" fmla="*/ 7619 h 93980"/>
                  <a:gd name="T6" fmla="*/ 121919 w 298450"/>
                  <a:gd name="T7" fmla="*/ 6350 h 93980"/>
                  <a:gd name="T8" fmla="*/ 102869 w 298450"/>
                  <a:gd name="T9" fmla="*/ 3809 h 93980"/>
                  <a:gd name="T10" fmla="*/ 77469 w 298450"/>
                  <a:gd name="T11" fmla="*/ 0 h 93980"/>
                  <a:gd name="T12" fmla="*/ 0 w 298450"/>
                  <a:gd name="T13" fmla="*/ 93979 h 93980"/>
                  <a:gd name="T14" fmla="*/ 298450 w 298450"/>
                  <a:gd name="T15" fmla="*/ 0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298450" y="0"/>
                    </a:moveTo>
                    <a:lnTo>
                      <a:pt x="160019" y="7619"/>
                    </a:lnTo>
                    <a:lnTo>
                      <a:pt x="140969" y="7619"/>
                    </a:lnTo>
                    <a:lnTo>
                      <a:pt x="121919" y="6350"/>
                    </a:lnTo>
                    <a:lnTo>
                      <a:pt x="102869" y="3809"/>
                    </a:lnTo>
                    <a:lnTo>
                      <a:pt x="77469" y="0"/>
                    </a:lnTo>
                    <a:lnTo>
                      <a:pt x="0" y="93979"/>
                    </a:lnTo>
                    <a:lnTo>
                      <a:pt x="29845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05" name="object 6"/>
              <p:cNvSpPr>
                <a:spLocks/>
              </p:cNvSpPr>
              <p:nvPr/>
            </p:nvSpPr>
            <p:spPr bwMode="auto">
              <a:xfrm>
                <a:off x="1847849" y="1518920"/>
                <a:ext cx="298450" cy="93980"/>
              </a:xfrm>
              <a:custGeom>
                <a:avLst/>
                <a:gdLst>
                  <a:gd name="T0" fmla="*/ 0 w 298450"/>
                  <a:gd name="T1" fmla="*/ 93979 h 93980"/>
                  <a:gd name="T2" fmla="*/ 77469 w 298450"/>
                  <a:gd name="T3" fmla="*/ 0 h 93980"/>
                  <a:gd name="T4" fmla="*/ 114960 w 298450"/>
                  <a:gd name="T5" fmla="*/ 5364 h 93980"/>
                  <a:gd name="T6" fmla="*/ 144830 w 298450"/>
                  <a:gd name="T7" fmla="*/ 6949 h 93980"/>
                  <a:gd name="T8" fmla="*/ 178054 w 298450"/>
                  <a:gd name="T9" fmla="*/ 5852 h 93980"/>
                  <a:gd name="T10" fmla="*/ 225602 w 298450"/>
                  <a:gd name="T11" fmla="*/ 3169 h 93980"/>
                  <a:gd name="T12" fmla="*/ 298450 w 298450"/>
                  <a:gd name="T13" fmla="*/ 0 h 93980"/>
                  <a:gd name="T14" fmla="*/ 0 w 298450"/>
                  <a:gd name="T15" fmla="*/ 93979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0" y="93979"/>
                    </a:moveTo>
                    <a:lnTo>
                      <a:pt x="77469" y="0"/>
                    </a:lnTo>
                    <a:lnTo>
                      <a:pt x="114960" y="5364"/>
                    </a:lnTo>
                    <a:lnTo>
                      <a:pt x="144830" y="6949"/>
                    </a:lnTo>
                    <a:lnTo>
                      <a:pt x="178054" y="5852"/>
                    </a:lnTo>
                    <a:lnTo>
                      <a:pt x="225602" y="3169"/>
                    </a:lnTo>
                    <a:lnTo>
                      <a:pt x="298450" y="0"/>
                    </a:lnTo>
                    <a:lnTo>
                      <a:pt x="0" y="93979"/>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06" name="object 7"/>
              <p:cNvSpPr>
                <a:spLocks/>
              </p:cNvSpPr>
              <p:nvPr/>
            </p:nvSpPr>
            <p:spPr bwMode="auto">
              <a:xfrm>
                <a:off x="685799" y="1143000"/>
                <a:ext cx="1447800" cy="457200"/>
              </a:xfrm>
              <a:custGeom>
                <a:avLst/>
                <a:gdLst>
                  <a:gd name="T0" fmla="*/ 1447800 w 1447800"/>
                  <a:gd name="T1" fmla="*/ 0 h 457200"/>
                  <a:gd name="T2" fmla="*/ 0 w 1447800"/>
                  <a:gd name="T3" fmla="*/ 0 h 457200"/>
                  <a:gd name="T4" fmla="*/ 0 w 1447800"/>
                  <a:gd name="T5" fmla="*/ 457200 h 457200"/>
                  <a:gd name="T6" fmla="*/ 1149350 w 1447800"/>
                  <a:gd name="T7" fmla="*/ 457200 h 457200"/>
                  <a:gd name="T8" fmla="*/ 1447800 w 1447800"/>
                  <a:gd name="T9" fmla="*/ 36322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49350" y="457200"/>
                    </a:lnTo>
                    <a:lnTo>
                      <a:pt x="1447800" y="363220"/>
                    </a:lnTo>
                    <a:lnTo>
                      <a:pt x="1447800" y="0"/>
                    </a:lnTo>
                    <a:close/>
                  </a:path>
                </a:pathLst>
              </a:custGeom>
              <a:solidFill>
                <a:srgbClr val="986600">
                  <a:alpha val="85097"/>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07" name="object 8"/>
              <p:cNvSpPr>
                <a:spLocks/>
              </p:cNvSpPr>
              <p:nvPr/>
            </p:nvSpPr>
            <p:spPr bwMode="auto">
              <a:xfrm>
                <a:off x="685799" y="1143000"/>
                <a:ext cx="1447800" cy="457200"/>
              </a:xfrm>
              <a:custGeom>
                <a:avLst/>
                <a:gdLst>
                  <a:gd name="T0" fmla="*/ 0 w 1447800"/>
                  <a:gd name="T1" fmla="*/ 0 h 457200"/>
                  <a:gd name="T2" fmla="*/ 1447800 w 1447800"/>
                  <a:gd name="T3" fmla="*/ 0 h 457200"/>
                  <a:gd name="T4" fmla="*/ 1447800 w 1447800"/>
                  <a:gd name="T5" fmla="*/ 363220 h 457200"/>
                  <a:gd name="T6" fmla="*/ 11493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63220"/>
                    </a:lnTo>
                    <a:lnTo>
                      <a:pt x="114935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08" name="object 9"/>
              <p:cNvSpPr>
                <a:spLocks/>
              </p:cNvSpPr>
              <p:nvPr/>
            </p:nvSpPr>
            <p:spPr bwMode="auto">
              <a:xfrm>
                <a:off x="1835149" y="1506220"/>
                <a:ext cx="298450" cy="93980"/>
              </a:xfrm>
              <a:custGeom>
                <a:avLst/>
                <a:gdLst>
                  <a:gd name="T0" fmla="*/ 298450 w 298450"/>
                  <a:gd name="T1" fmla="*/ 0 h 93980"/>
                  <a:gd name="T2" fmla="*/ 160019 w 298450"/>
                  <a:gd name="T3" fmla="*/ 7619 h 93980"/>
                  <a:gd name="T4" fmla="*/ 140969 w 298450"/>
                  <a:gd name="T5" fmla="*/ 7619 h 93980"/>
                  <a:gd name="T6" fmla="*/ 121919 w 298450"/>
                  <a:gd name="T7" fmla="*/ 6350 h 93980"/>
                  <a:gd name="T8" fmla="*/ 102869 w 298450"/>
                  <a:gd name="T9" fmla="*/ 3809 h 93980"/>
                  <a:gd name="T10" fmla="*/ 77469 w 298450"/>
                  <a:gd name="T11" fmla="*/ 0 h 93980"/>
                  <a:gd name="T12" fmla="*/ 0 w 298450"/>
                  <a:gd name="T13" fmla="*/ 93979 h 93980"/>
                  <a:gd name="T14" fmla="*/ 298450 w 298450"/>
                  <a:gd name="T15" fmla="*/ 0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298450" y="0"/>
                    </a:moveTo>
                    <a:lnTo>
                      <a:pt x="160019" y="7619"/>
                    </a:lnTo>
                    <a:lnTo>
                      <a:pt x="140969" y="7619"/>
                    </a:lnTo>
                    <a:lnTo>
                      <a:pt x="121919" y="6350"/>
                    </a:lnTo>
                    <a:lnTo>
                      <a:pt x="102869" y="3809"/>
                    </a:lnTo>
                    <a:lnTo>
                      <a:pt x="77469" y="0"/>
                    </a:lnTo>
                    <a:lnTo>
                      <a:pt x="0" y="93979"/>
                    </a:lnTo>
                    <a:lnTo>
                      <a:pt x="298450" y="0"/>
                    </a:lnTo>
                    <a:close/>
                  </a:path>
                </a:pathLst>
              </a:custGeom>
              <a:solidFill>
                <a:srgbClr val="825600">
                  <a:alpha val="85097"/>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09" name="object 10"/>
              <p:cNvSpPr>
                <a:spLocks/>
              </p:cNvSpPr>
              <p:nvPr/>
            </p:nvSpPr>
            <p:spPr bwMode="auto">
              <a:xfrm>
                <a:off x="1835149" y="1506220"/>
                <a:ext cx="298450" cy="93980"/>
              </a:xfrm>
              <a:custGeom>
                <a:avLst/>
                <a:gdLst>
                  <a:gd name="T0" fmla="*/ 0 w 298450"/>
                  <a:gd name="T1" fmla="*/ 93979 h 93980"/>
                  <a:gd name="T2" fmla="*/ 77469 w 298450"/>
                  <a:gd name="T3" fmla="*/ 0 h 93980"/>
                  <a:gd name="T4" fmla="*/ 114960 w 298450"/>
                  <a:gd name="T5" fmla="*/ 5974 h 93980"/>
                  <a:gd name="T6" fmla="*/ 144830 w 298450"/>
                  <a:gd name="T7" fmla="*/ 7863 h 93980"/>
                  <a:gd name="T8" fmla="*/ 178054 w 298450"/>
                  <a:gd name="T9" fmla="*/ 6766 h 93980"/>
                  <a:gd name="T10" fmla="*/ 225602 w 298450"/>
                  <a:gd name="T11" fmla="*/ 3779 h 93980"/>
                  <a:gd name="T12" fmla="*/ 298450 w 298450"/>
                  <a:gd name="T13" fmla="*/ 0 h 93980"/>
                  <a:gd name="T14" fmla="*/ 0 w 298450"/>
                  <a:gd name="T15" fmla="*/ 93979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0" y="93979"/>
                    </a:moveTo>
                    <a:lnTo>
                      <a:pt x="77469" y="0"/>
                    </a:lnTo>
                    <a:lnTo>
                      <a:pt x="114960" y="5974"/>
                    </a:lnTo>
                    <a:lnTo>
                      <a:pt x="144830" y="7863"/>
                    </a:lnTo>
                    <a:lnTo>
                      <a:pt x="178054" y="6766"/>
                    </a:lnTo>
                    <a:lnTo>
                      <a:pt x="225602" y="3779"/>
                    </a:lnTo>
                    <a:lnTo>
                      <a:pt x="298450" y="0"/>
                    </a:lnTo>
                    <a:lnTo>
                      <a:pt x="0" y="93979"/>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10" name="object 11"/>
            <p:cNvSpPr txBox="1"/>
            <p:nvPr/>
          </p:nvSpPr>
          <p:spPr>
            <a:xfrm>
              <a:off x="800100" y="1222375"/>
              <a:ext cx="1139825" cy="197490"/>
            </a:xfrm>
            <a:prstGeom prst="rect">
              <a:avLst/>
            </a:prstGeom>
          </p:spPr>
          <p:txBody>
            <a:bodyPr wrap="square" lIns="0" tIns="12700" rIns="0" bIns="0">
              <a:spAutoFit/>
            </a:bodyPr>
            <a:lstStyle/>
            <a:p>
              <a:pPr marL="12700">
                <a:spcBef>
                  <a:spcPts val="100"/>
                </a:spcBef>
                <a:defRPr/>
              </a:pPr>
              <a:r>
                <a:rPr sz="1200" b="1" spc="-5" dirty="0">
                  <a:latin typeface="Times New Roman" pitchFamily="18" charset="0"/>
                  <a:cs typeface="Times New Roman" pitchFamily="18" charset="0"/>
                </a:rPr>
                <a:t>APPLICATION</a:t>
              </a:r>
              <a:endParaRPr sz="1200" b="1" dirty="0">
                <a:latin typeface="Times New Roman" pitchFamily="18" charset="0"/>
                <a:cs typeface="Times New Roman" pitchFamily="18" charset="0"/>
              </a:endParaRPr>
            </a:p>
          </p:txBody>
        </p:sp>
        <p:grpSp>
          <p:nvGrpSpPr>
            <p:cNvPr id="311" name="object 12"/>
            <p:cNvGrpSpPr>
              <a:grpSpLocks/>
            </p:cNvGrpSpPr>
            <p:nvPr/>
          </p:nvGrpSpPr>
          <p:grpSpPr bwMode="auto">
            <a:xfrm>
              <a:off x="681038" y="1900238"/>
              <a:ext cx="1470025" cy="479425"/>
              <a:chOff x="681127" y="1900327"/>
              <a:chExt cx="1470025" cy="479425"/>
            </a:xfrm>
          </p:grpSpPr>
          <p:sp>
            <p:nvSpPr>
              <p:cNvPr id="312" name="object 13"/>
              <p:cNvSpPr>
                <a:spLocks/>
              </p:cNvSpPr>
              <p:nvPr/>
            </p:nvSpPr>
            <p:spPr bwMode="auto">
              <a:xfrm>
                <a:off x="698499" y="1917699"/>
                <a:ext cx="1447800" cy="457200"/>
              </a:xfrm>
              <a:custGeom>
                <a:avLst/>
                <a:gdLst>
                  <a:gd name="T0" fmla="*/ 1447800 w 1447800"/>
                  <a:gd name="T1" fmla="*/ 0 h 457200"/>
                  <a:gd name="T2" fmla="*/ 0 w 1447800"/>
                  <a:gd name="T3" fmla="*/ 0 h 457200"/>
                  <a:gd name="T4" fmla="*/ 0 w 1447800"/>
                  <a:gd name="T5" fmla="*/ 457200 h 457200"/>
                  <a:gd name="T6" fmla="*/ 1149350 w 1447800"/>
                  <a:gd name="T7" fmla="*/ 457200 h 457200"/>
                  <a:gd name="T8" fmla="*/ 1447800 w 1447800"/>
                  <a:gd name="T9" fmla="*/ 36322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49350" y="457200"/>
                    </a:lnTo>
                    <a:lnTo>
                      <a:pt x="1447800" y="36322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13" name="object 14"/>
              <p:cNvSpPr>
                <a:spLocks/>
              </p:cNvSpPr>
              <p:nvPr/>
            </p:nvSpPr>
            <p:spPr bwMode="auto">
              <a:xfrm>
                <a:off x="698499" y="1917699"/>
                <a:ext cx="1447800" cy="457200"/>
              </a:xfrm>
              <a:custGeom>
                <a:avLst/>
                <a:gdLst>
                  <a:gd name="T0" fmla="*/ 0 w 1447800"/>
                  <a:gd name="T1" fmla="*/ 0 h 457200"/>
                  <a:gd name="T2" fmla="*/ 1447800 w 1447800"/>
                  <a:gd name="T3" fmla="*/ 0 h 457200"/>
                  <a:gd name="T4" fmla="*/ 1447800 w 1447800"/>
                  <a:gd name="T5" fmla="*/ 363220 h 457200"/>
                  <a:gd name="T6" fmla="*/ 11493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63220"/>
                    </a:lnTo>
                    <a:lnTo>
                      <a:pt x="114935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14" name="object 15"/>
              <p:cNvSpPr>
                <a:spLocks/>
              </p:cNvSpPr>
              <p:nvPr/>
            </p:nvSpPr>
            <p:spPr bwMode="auto">
              <a:xfrm>
                <a:off x="1847849" y="2280919"/>
                <a:ext cx="298450" cy="93980"/>
              </a:xfrm>
              <a:custGeom>
                <a:avLst/>
                <a:gdLst>
                  <a:gd name="T0" fmla="*/ 298450 w 298450"/>
                  <a:gd name="T1" fmla="*/ 0 h 93980"/>
                  <a:gd name="T2" fmla="*/ 160019 w 298450"/>
                  <a:gd name="T3" fmla="*/ 7619 h 93980"/>
                  <a:gd name="T4" fmla="*/ 140969 w 298450"/>
                  <a:gd name="T5" fmla="*/ 7619 h 93980"/>
                  <a:gd name="T6" fmla="*/ 121919 w 298450"/>
                  <a:gd name="T7" fmla="*/ 6350 h 93980"/>
                  <a:gd name="T8" fmla="*/ 102869 w 298450"/>
                  <a:gd name="T9" fmla="*/ 3809 h 93980"/>
                  <a:gd name="T10" fmla="*/ 77469 w 298450"/>
                  <a:gd name="T11" fmla="*/ 0 h 93980"/>
                  <a:gd name="T12" fmla="*/ 0 w 298450"/>
                  <a:gd name="T13" fmla="*/ 93979 h 93980"/>
                  <a:gd name="T14" fmla="*/ 298450 w 298450"/>
                  <a:gd name="T15" fmla="*/ 0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298450" y="0"/>
                    </a:moveTo>
                    <a:lnTo>
                      <a:pt x="160019" y="7619"/>
                    </a:lnTo>
                    <a:lnTo>
                      <a:pt x="140969" y="7619"/>
                    </a:lnTo>
                    <a:lnTo>
                      <a:pt x="121919" y="6350"/>
                    </a:lnTo>
                    <a:lnTo>
                      <a:pt x="102869" y="3809"/>
                    </a:lnTo>
                    <a:lnTo>
                      <a:pt x="77469" y="0"/>
                    </a:lnTo>
                    <a:lnTo>
                      <a:pt x="0" y="93979"/>
                    </a:lnTo>
                    <a:lnTo>
                      <a:pt x="29845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15" name="object 16"/>
              <p:cNvSpPr>
                <a:spLocks/>
              </p:cNvSpPr>
              <p:nvPr/>
            </p:nvSpPr>
            <p:spPr bwMode="auto">
              <a:xfrm>
                <a:off x="1847849" y="2280919"/>
                <a:ext cx="298450" cy="93980"/>
              </a:xfrm>
              <a:custGeom>
                <a:avLst/>
                <a:gdLst>
                  <a:gd name="T0" fmla="*/ 0 w 298450"/>
                  <a:gd name="T1" fmla="*/ 93979 h 93980"/>
                  <a:gd name="T2" fmla="*/ 77469 w 298450"/>
                  <a:gd name="T3" fmla="*/ 0 h 93980"/>
                  <a:gd name="T4" fmla="*/ 114960 w 298450"/>
                  <a:gd name="T5" fmla="*/ 5974 h 93980"/>
                  <a:gd name="T6" fmla="*/ 144830 w 298450"/>
                  <a:gd name="T7" fmla="*/ 7863 h 93980"/>
                  <a:gd name="T8" fmla="*/ 178054 w 298450"/>
                  <a:gd name="T9" fmla="*/ 6766 h 93980"/>
                  <a:gd name="T10" fmla="*/ 225602 w 298450"/>
                  <a:gd name="T11" fmla="*/ 3779 h 93980"/>
                  <a:gd name="T12" fmla="*/ 298450 w 298450"/>
                  <a:gd name="T13" fmla="*/ 0 h 93980"/>
                  <a:gd name="T14" fmla="*/ 0 w 298450"/>
                  <a:gd name="T15" fmla="*/ 93979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0" y="93979"/>
                    </a:moveTo>
                    <a:lnTo>
                      <a:pt x="77469" y="0"/>
                    </a:lnTo>
                    <a:lnTo>
                      <a:pt x="114960" y="5974"/>
                    </a:lnTo>
                    <a:lnTo>
                      <a:pt x="144830" y="7863"/>
                    </a:lnTo>
                    <a:lnTo>
                      <a:pt x="178054" y="6766"/>
                    </a:lnTo>
                    <a:lnTo>
                      <a:pt x="225602" y="3779"/>
                    </a:lnTo>
                    <a:lnTo>
                      <a:pt x="298450" y="0"/>
                    </a:lnTo>
                    <a:lnTo>
                      <a:pt x="0" y="93979"/>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16" name="object 17"/>
              <p:cNvSpPr>
                <a:spLocks/>
              </p:cNvSpPr>
              <p:nvPr/>
            </p:nvSpPr>
            <p:spPr bwMode="auto">
              <a:xfrm>
                <a:off x="685799" y="1904999"/>
                <a:ext cx="1447800" cy="457200"/>
              </a:xfrm>
              <a:custGeom>
                <a:avLst/>
                <a:gdLst>
                  <a:gd name="T0" fmla="*/ 1447800 w 1447800"/>
                  <a:gd name="T1" fmla="*/ 0 h 457200"/>
                  <a:gd name="T2" fmla="*/ 0 w 1447800"/>
                  <a:gd name="T3" fmla="*/ 0 h 457200"/>
                  <a:gd name="T4" fmla="*/ 0 w 1447800"/>
                  <a:gd name="T5" fmla="*/ 457200 h 457200"/>
                  <a:gd name="T6" fmla="*/ 1149350 w 1447800"/>
                  <a:gd name="T7" fmla="*/ 457200 h 457200"/>
                  <a:gd name="T8" fmla="*/ 1447800 w 1447800"/>
                  <a:gd name="T9" fmla="*/ 36322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49350" y="457200"/>
                    </a:lnTo>
                    <a:lnTo>
                      <a:pt x="1447800" y="363220"/>
                    </a:lnTo>
                    <a:lnTo>
                      <a:pt x="1447800" y="0"/>
                    </a:lnTo>
                    <a:close/>
                  </a:path>
                </a:pathLst>
              </a:custGeom>
              <a:solidFill>
                <a:srgbClr val="98CC00">
                  <a:alpha val="6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17" name="object 18"/>
              <p:cNvSpPr>
                <a:spLocks/>
              </p:cNvSpPr>
              <p:nvPr/>
            </p:nvSpPr>
            <p:spPr bwMode="auto">
              <a:xfrm>
                <a:off x="685799" y="1904999"/>
                <a:ext cx="1447800" cy="457200"/>
              </a:xfrm>
              <a:custGeom>
                <a:avLst/>
                <a:gdLst>
                  <a:gd name="T0" fmla="*/ 0 w 1447800"/>
                  <a:gd name="T1" fmla="*/ 0 h 457200"/>
                  <a:gd name="T2" fmla="*/ 1447800 w 1447800"/>
                  <a:gd name="T3" fmla="*/ 0 h 457200"/>
                  <a:gd name="T4" fmla="*/ 1447800 w 1447800"/>
                  <a:gd name="T5" fmla="*/ 363220 h 457200"/>
                  <a:gd name="T6" fmla="*/ 11493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63220"/>
                    </a:lnTo>
                    <a:lnTo>
                      <a:pt x="114935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18" name="object 19"/>
              <p:cNvSpPr>
                <a:spLocks/>
              </p:cNvSpPr>
              <p:nvPr/>
            </p:nvSpPr>
            <p:spPr bwMode="auto">
              <a:xfrm>
                <a:off x="1835149" y="2268219"/>
                <a:ext cx="298450" cy="93980"/>
              </a:xfrm>
              <a:custGeom>
                <a:avLst/>
                <a:gdLst>
                  <a:gd name="T0" fmla="*/ 298450 w 298450"/>
                  <a:gd name="T1" fmla="*/ 0 h 93980"/>
                  <a:gd name="T2" fmla="*/ 160019 w 298450"/>
                  <a:gd name="T3" fmla="*/ 7619 h 93980"/>
                  <a:gd name="T4" fmla="*/ 140969 w 298450"/>
                  <a:gd name="T5" fmla="*/ 7619 h 93980"/>
                  <a:gd name="T6" fmla="*/ 121919 w 298450"/>
                  <a:gd name="T7" fmla="*/ 6350 h 93980"/>
                  <a:gd name="T8" fmla="*/ 102869 w 298450"/>
                  <a:gd name="T9" fmla="*/ 3809 h 93980"/>
                  <a:gd name="T10" fmla="*/ 77469 w 298450"/>
                  <a:gd name="T11" fmla="*/ 0 h 93980"/>
                  <a:gd name="T12" fmla="*/ 0 w 298450"/>
                  <a:gd name="T13" fmla="*/ 93979 h 93980"/>
                  <a:gd name="T14" fmla="*/ 298450 w 298450"/>
                  <a:gd name="T15" fmla="*/ 0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298450" y="0"/>
                    </a:moveTo>
                    <a:lnTo>
                      <a:pt x="160019" y="7619"/>
                    </a:lnTo>
                    <a:lnTo>
                      <a:pt x="140969" y="7619"/>
                    </a:lnTo>
                    <a:lnTo>
                      <a:pt x="121919" y="6350"/>
                    </a:lnTo>
                    <a:lnTo>
                      <a:pt x="102869" y="3809"/>
                    </a:lnTo>
                    <a:lnTo>
                      <a:pt x="77469" y="0"/>
                    </a:lnTo>
                    <a:lnTo>
                      <a:pt x="0" y="93979"/>
                    </a:lnTo>
                    <a:lnTo>
                      <a:pt x="298450" y="0"/>
                    </a:lnTo>
                    <a:close/>
                  </a:path>
                </a:pathLst>
              </a:custGeom>
              <a:solidFill>
                <a:srgbClr val="82AE00">
                  <a:alpha val="6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19" name="object 20"/>
              <p:cNvSpPr>
                <a:spLocks/>
              </p:cNvSpPr>
              <p:nvPr/>
            </p:nvSpPr>
            <p:spPr bwMode="auto">
              <a:xfrm>
                <a:off x="1835149" y="2268219"/>
                <a:ext cx="298450" cy="93980"/>
              </a:xfrm>
              <a:custGeom>
                <a:avLst/>
                <a:gdLst>
                  <a:gd name="T0" fmla="*/ 0 w 298450"/>
                  <a:gd name="T1" fmla="*/ 93979 h 93980"/>
                  <a:gd name="T2" fmla="*/ 77469 w 298450"/>
                  <a:gd name="T3" fmla="*/ 0 h 93980"/>
                  <a:gd name="T4" fmla="*/ 114960 w 298450"/>
                  <a:gd name="T5" fmla="*/ 5974 h 93980"/>
                  <a:gd name="T6" fmla="*/ 144830 w 298450"/>
                  <a:gd name="T7" fmla="*/ 7863 h 93980"/>
                  <a:gd name="T8" fmla="*/ 178054 w 298450"/>
                  <a:gd name="T9" fmla="*/ 6766 h 93980"/>
                  <a:gd name="T10" fmla="*/ 225602 w 298450"/>
                  <a:gd name="T11" fmla="*/ 3779 h 93980"/>
                  <a:gd name="T12" fmla="*/ 298450 w 298450"/>
                  <a:gd name="T13" fmla="*/ 0 h 93980"/>
                  <a:gd name="T14" fmla="*/ 0 w 298450"/>
                  <a:gd name="T15" fmla="*/ 93979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0" y="93979"/>
                    </a:moveTo>
                    <a:lnTo>
                      <a:pt x="77469" y="0"/>
                    </a:lnTo>
                    <a:lnTo>
                      <a:pt x="114960" y="5974"/>
                    </a:lnTo>
                    <a:lnTo>
                      <a:pt x="144830" y="7863"/>
                    </a:lnTo>
                    <a:lnTo>
                      <a:pt x="178054" y="6766"/>
                    </a:lnTo>
                    <a:lnTo>
                      <a:pt x="225602" y="3779"/>
                    </a:lnTo>
                    <a:lnTo>
                      <a:pt x="298450" y="0"/>
                    </a:lnTo>
                    <a:lnTo>
                      <a:pt x="0" y="93979"/>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20" name="object 21"/>
            <p:cNvSpPr txBox="1"/>
            <p:nvPr/>
          </p:nvSpPr>
          <p:spPr>
            <a:xfrm>
              <a:off x="800100" y="1985963"/>
              <a:ext cx="1220788" cy="197490"/>
            </a:xfrm>
            <a:prstGeom prst="rect">
              <a:avLst/>
            </a:prstGeom>
          </p:spPr>
          <p:txBody>
            <a:bodyPr lIns="0" tIns="12700" rIns="0" bIns="0">
              <a:spAutoFit/>
            </a:bodyPr>
            <a:lstStyle/>
            <a:p>
              <a:pPr marL="12700">
                <a:spcBef>
                  <a:spcPts val="100"/>
                </a:spcBef>
                <a:defRPr/>
              </a:pPr>
              <a:r>
                <a:rPr sz="1200" b="1" spc="-5" dirty="0">
                  <a:latin typeface="Times New Roman" pitchFamily="18" charset="0"/>
                  <a:cs typeface="Times New Roman" pitchFamily="18" charset="0"/>
                </a:rPr>
                <a:t>PRESENTATION</a:t>
              </a:r>
              <a:endParaRPr sz="1200" b="1">
                <a:latin typeface="Times New Roman" pitchFamily="18" charset="0"/>
                <a:cs typeface="Times New Roman" pitchFamily="18" charset="0"/>
              </a:endParaRPr>
            </a:p>
          </p:txBody>
        </p:sp>
        <p:grpSp>
          <p:nvGrpSpPr>
            <p:cNvPr id="321" name="object 22"/>
            <p:cNvGrpSpPr>
              <a:grpSpLocks/>
            </p:cNvGrpSpPr>
            <p:nvPr/>
          </p:nvGrpSpPr>
          <p:grpSpPr bwMode="auto">
            <a:xfrm>
              <a:off x="681038" y="2662238"/>
              <a:ext cx="1470025" cy="479425"/>
              <a:chOff x="681127" y="2662327"/>
              <a:chExt cx="1470025" cy="479425"/>
            </a:xfrm>
          </p:grpSpPr>
          <p:sp>
            <p:nvSpPr>
              <p:cNvPr id="322" name="object 23"/>
              <p:cNvSpPr>
                <a:spLocks/>
              </p:cNvSpPr>
              <p:nvPr/>
            </p:nvSpPr>
            <p:spPr bwMode="auto">
              <a:xfrm>
                <a:off x="698499" y="2679699"/>
                <a:ext cx="1447800" cy="457200"/>
              </a:xfrm>
              <a:custGeom>
                <a:avLst/>
                <a:gdLst>
                  <a:gd name="T0" fmla="*/ 1447800 w 1447800"/>
                  <a:gd name="T1" fmla="*/ 0 h 457200"/>
                  <a:gd name="T2" fmla="*/ 0 w 1447800"/>
                  <a:gd name="T3" fmla="*/ 0 h 457200"/>
                  <a:gd name="T4" fmla="*/ 0 w 1447800"/>
                  <a:gd name="T5" fmla="*/ 457200 h 457200"/>
                  <a:gd name="T6" fmla="*/ 1126489 w 1447800"/>
                  <a:gd name="T7" fmla="*/ 457200 h 457200"/>
                  <a:gd name="T8" fmla="*/ 1447800 w 1447800"/>
                  <a:gd name="T9" fmla="*/ 35560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26489" y="457200"/>
                    </a:lnTo>
                    <a:lnTo>
                      <a:pt x="1447800" y="35560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23" name="object 24"/>
              <p:cNvSpPr>
                <a:spLocks/>
              </p:cNvSpPr>
              <p:nvPr/>
            </p:nvSpPr>
            <p:spPr bwMode="auto">
              <a:xfrm>
                <a:off x="698499" y="2679699"/>
                <a:ext cx="1447800" cy="457200"/>
              </a:xfrm>
              <a:custGeom>
                <a:avLst/>
                <a:gdLst>
                  <a:gd name="T0" fmla="*/ 0 w 1447800"/>
                  <a:gd name="T1" fmla="*/ 0 h 457200"/>
                  <a:gd name="T2" fmla="*/ 1447800 w 1447800"/>
                  <a:gd name="T3" fmla="*/ 0 h 457200"/>
                  <a:gd name="T4" fmla="*/ 1447800 w 1447800"/>
                  <a:gd name="T5" fmla="*/ 355600 h 457200"/>
                  <a:gd name="T6" fmla="*/ 1126489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55600"/>
                    </a:lnTo>
                    <a:lnTo>
                      <a:pt x="1126489"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24" name="object 25"/>
              <p:cNvSpPr>
                <a:spLocks/>
              </p:cNvSpPr>
              <p:nvPr/>
            </p:nvSpPr>
            <p:spPr bwMode="auto">
              <a:xfrm>
                <a:off x="1824990" y="3035299"/>
                <a:ext cx="321310" cy="101600"/>
              </a:xfrm>
              <a:custGeom>
                <a:avLst/>
                <a:gdLst>
                  <a:gd name="T0" fmla="*/ 321310 w 321310"/>
                  <a:gd name="T1" fmla="*/ 0 h 101600"/>
                  <a:gd name="T2" fmla="*/ 172720 w 321310"/>
                  <a:gd name="T3" fmla="*/ 7620 h 101600"/>
                  <a:gd name="T4" fmla="*/ 132080 w 321310"/>
                  <a:gd name="T5" fmla="*/ 7620 h 101600"/>
                  <a:gd name="T6" fmla="*/ 110490 w 321310"/>
                  <a:gd name="T7" fmla="*/ 5079 h 101600"/>
                  <a:gd name="T8" fmla="*/ 83820 w 321310"/>
                  <a:gd name="T9" fmla="*/ 0 h 101600"/>
                  <a:gd name="T10" fmla="*/ 0 w 321310"/>
                  <a:gd name="T11" fmla="*/ 101600 h 101600"/>
                  <a:gd name="T12" fmla="*/ 321310 w 321310"/>
                  <a:gd name="T13" fmla="*/ 0 h 101600"/>
                  <a:gd name="T14" fmla="*/ 0 60000 65536"/>
                  <a:gd name="T15" fmla="*/ 0 60000 65536"/>
                  <a:gd name="T16" fmla="*/ 0 60000 65536"/>
                  <a:gd name="T17" fmla="*/ 0 60000 65536"/>
                  <a:gd name="T18" fmla="*/ 0 60000 65536"/>
                  <a:gd name="T19" fmla="*/ 0 60000 65536"/>
                  <a:gd name="T20" fmla="*/ 0 60000 65536"/>
                  <a:gd name="T21" fmla="*/ 0 w 321310"/>
                  <a:gd name="T22" fmla="*/ 0 h 101600"/>
                  <a:gd name="T23" fmla="*/ 321310 w 321310"/>
                  <a:gd name="T24" fmla="*/ 101600 h 10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1310" h="101600">
                    <a:moveTo>
                      <a:pt x="321310" y="0"/>
                    </a:moveTo>
                    <a:lnTo>
                      <a:pt x="172720" y="7620"/>
                    </a:lnTo>
                    <a:lnTo>
                      <a:pt x="132080" y="7620"/>
                    </a:lnTo>
                    <a:lnTo>
                      <a:pt x="110490" y="5079"/>
                    </a:lnTo>
                    <a:lnTo>
                      <a:pt x="83820" y="0"/>
                    </a:lnTo>
                    <a:lnTo>
                      <a:pt x="0" y="101600"/>
                    </a:lnTo>
                    <a:lnTo>
                      <a:pt x="32131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25" name="object 26"/>
              <p:cNvSpPr>
                <a:spLocks/>
              </p:cNvSpPr>
              <p:nvPr/>
            </p:nvSpPr>
            <p:spPr bwMode="auto">
              <a:xfrm>
                <a:off x="1824990" y="3035299"/>
                <a:ext cx="321310" cy="101600"/>
              </a:xfrm>
              <a:custGeom>
                <a:avLst/>
                <a:gdLst>
                  <a:gd name="T0" fmla="*/ 0 w 321310"/>
                  <a:gd name="T1" fmla="*/ 101600 h 101600"/>
                  <a:gd name="T2" fmla="*/ 83820 w 321310"/>
                  <a:gd name="T3" fmla="*/ 0 h 101600"/>
                  <a:gd name="T4" fmla="*/ 123880 w 321310"/>
                  <a:gd name="T5" fmla="*/ 6461 h 101600"/>
                  <a:gd name="T6" fmla="*/ 155895 w 321310"/>
                  <a:gd name="T7" fmla="*/ 8412 h 101600"/>
                  <a:gd name="T8" fmla="*/ 191627 w 321310"/>
                  <a:gd name="T9" fmla="*/ 7132 h 101600"/>
                  <a:gd name="T10" fmla="*/ 242844 w 321310"/>
                  <a:gd name="T11" fmla="*/ 3901 h 101600"/>
                  <a:gd name="T12" fmla="*/ 321310 w 321310"/>
                  <a:gd name="T13" fmla="*/ 0 h 101600"/>
                  <a:gd name="T14" fmla="*/ 0 w 321310"/>
                  <a:gd name="T15" fmla="*/ 101600 h 101600"/>
                  <a:gd name="T16" fmla="*/ 0 60000 65536"/>
                  <a:gd name="T17" fmla="*/ 0 60000 65536"/>
                  <a:gd name="T18" fmla="*/ 0 60000 65536"/>
                  <a:gd name="T19" fmla="*/ 0 60000 65536"/>
                  <a:gd name="T20" fmla="*/ 0 60000 65536"/>
                  <a:gd name="T21" fmla="*/ 0 60000 65536"/>
                  <a:gd name="T22" fmla="*/ 0 60000 65536"/>
                  <a:gd name="T23" fmla="*/ 0 60000 65536"/>
                  <a:gd name="T24" fmla="*/ 0 w 321310"/>
                  <a:gd name="T25" fmla="*/ 0 h 101600"/>
                  <a:gd name="T26" fmla="*/ 321310 w 321310"/>
                  <a:gd name="T27" fmla="*/ 101600 h 10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1310" h="101600">
                    <a:moveTo>
                      <a:pt x="0" y="101600"/>
                    </a:moveTo>
                    <a:lnTo>
                      <a:pt x="83820" y="0"/>
                    </a:lnTo>
                    <a:lnTo>
                      <a:pt x="123880" y="6461"/>
                    </a:lnTo>
                    <a:lnTo>
                      <a:pt x="155895" y="8412"/>
                    </a:lnTo>
                    <a:lnTo>
                      <a:pt x="191627" y="7132"/>
                    </a:lnTo>
                    <a:lnTo>
                      <a:pt x="242844" y="3901"/>
                    </a:lnTo>
                    <a:lnTo>
                      <a:pt x="321310" y="0"/>
                    </a:lnTo>
                    <a:lnTo>
                      <a:pt x="0" y="10160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26" name="object 27"/>
              <p:cNvSpPr>
                <a:spLocks/>
              </p:cNvSpPr>
              <p:nvPr/>
            </p:nvSpPr>
            <p:spPr bwMode="auto">
              <a:xfrm>
                <a:off x="685799" y="2666999"/>
                <a:ext cx="1447800" cy="457200"/>
              </a:xfrm>
              <a:custGeom>
                <a:avLst/>
                <a:gdLst>
                  <a:gd name="T0" fmla="*/ 1447800 w 1447800"/>
                  <a:gd name="T1" fmla="*/ 0 h 457200"/>
                  <a:gd name="T2" fmla="*/ 0 w 1447800"/>
                  <a:gd name="T3" fmla="*/ 0 h 457200"/>
                  <a:gd name="T4" fmla="*/ 0 w 1447800"/>
                  <a:gd name="T5" fmla="*/ 457200 h 457200"/>
                  <a:gd name="T6" fmla="*/ 1127760 w 1447800"/>
                  <a:gd name="T7" fmla="*/ 457200 h 457200"/>
                  <a:gd name="T8" fmla="*/ 1447800 w 1447800"/>
                  <a:gd name="T9" fmla="*/ 35560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27760" y="457200"/>
                    </a:lnTo>
                    <a:lnTo>
                      <a:pt x="1447800" y="355600"/>
                    </a:lnTo>
                    <a:lnTo>
                      <a:pt x="1447800" y="0"/>
                    </a:lnTo>
                    <a:close/>
                  </a:path>
                </a:pathLst>
              </a:custGeom>
              <a:solidFill>
                <a:srgbClr val="3A802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27" name="object 28"/>
              <p:cNvSpPr>
                <a:spLocks/>
              </p:cNvSpPr>
              <p:nvPr/>
            </p:nvSpPr>
            <p:spPr bwMode="auto">
              <a:xfrm>
                <a:off x="685799" y="2666999"/>
                <a:ext cx="1447800" cy="457200"/>
              </a:xfrm>
              <a:custGeom>
                <a:avLst/>
                <a:gdLst>
                  <a:gd name="T0" fmla="*/ 0 w 1447800"/>
                  <a:gd name="T1" fmla="*/ 0 h 457200"/>
                  <a:gd name="T2" fmla="*/ 1447800 w 1447800"/>
                  <a:gd name="T3" fmla="*/ 0 h 457200"/>
                  <a:gd name="T4" fmla="*/ 1447800 w 1447800"/>
                  <a:gd name="T5" fmla="*/ 355600 h 457200"/>
                  <a:gd name="T6" fmla="*/ 112776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55600"/>
                    </a:lnTo>
                    <a:lnTo>
                      <a:pt x="112776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28" name="object 29"/>
              <p:cNvSpPr>
                <a:spLocks/>
              </p:cNvSpPr>
              <p:nvPr/>
            </p:nvSpPr>
            <p:spPr bwMode="auto">
              <a:xfrm>
                <a:off x="1813559" y="3022599"/>
                <a:ext cx="320040" cy="101600"/>
              </a:xfrm>
              <a:custGeom>
                <a:avLst/>
                <a:gdLst>
                  <a:gd name="T0" fmla="*/ 320049 w 320039"/>
                  <a:gd name="T1" fmla="*/ 0 h 101600"/>
                  <a:gd name="T2" fmla="*/ 171460 w 320039"/>
                  <a:gd name="T3" fmla="*/ 7620 h 101600"/>
                  <a:gd name="T4" fmla="*/ 130809 w 320039"/>
                  <a:gd name="T5" fmla="*/ 7620 h 101600"/>
                  <a:gd name="T6" fmla="*/ 109219 w 320039"/>
                  <a:gd name="T7" fmla="*/ 5079 h 101600"/>
                  <a:gd name="T8" fmla="*/ 82550 w 320039"/>
                  <a:gd name="T9" fmla="*/ 0 h 101600"/>
                  <a:gd name="T10" fmla="*/ 0 w 320039"/>
                  <a:gd name="T11" fmla="*/ 101600 h 101600"/>
                  <a:gd name="T12" fmla="*/ 320049 w 320039"/>
                  <a:gd name="T13" fmla="*/ 0 h 101600"/>
                  <a:gd name="T14" fmla="*/ 0 60000 65536"/>
                  <a:gd name="T15" fmla="*/ 0 60000 65536"/>
                  <a:gd name="T16" fmla="*/ 0 60000 65536"/>
                  <a:gd name="T17" fmla="*/ 0 60000 65536"/>
                  <a:gd name="T18" fmla="*/ 0 60000 65536"/>
                  <a:gd name="T19" fmla="*/ 0 60000 65536"/>
                  <a:gd name="T20" fmla="*/ 0 60000 65536"/>
                  <a:gd name="T21" fmla="*/ 0 w 320039"/>
                  <a:gd name="T22" fmla="*/ 0 h 101600"/>
                  <a:gd name="T23" fmla="*/ 320039 w 320039"/>
                  <a:gd name="T24" fmla="*/ 101600 h 10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0039" h="101600">
                    <a:moveTo>
                      <a:pt x="320039" y="0"/>
                    </a:moveTo>
                    <a:lnTo>
                      <a:pt x="171450" y="7620"/>
                    </a:lnTo>
                    <a:lnTo>
                      <a:pt x="130809" y="7620"/>
                    </a:lnTo>
                    <a:lnTo>
                      <a:pt x="109219" y="5079"/>
                    </a:lnTo>
                    <a:lnTo>
                      <a:pt x="82550" y="0"/>
                    </a:lnTo>
                    <a:lnTo>
                      <a:pt x="0" y="101600"/>
                    </a:lnTo>
                    <a:lnTo>
                      <a:pt x="320039" y="0"/>
                    </a:lnTo>
                    <a:close/>
                  </a:path>
                </a:pathLst>
              </a:custGeom>
              <a:solidFill>
                <a:srgbClr val="316D27">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29" name="object 30"/>
              <p:cNvSpPr>
                <a:spLocks/>
              </p:cNvSpPr>
              <p:nvPr/>
            </p:nvSpPr>
            <p:spPr bwMode="auto">
              <a:xfrm>
                <a:off x="1813559" y="3022599"/>
                <a:ext cx="320040" cy="101600"/>
              </a:xfrm>
              <a:custGeom>
                <a:avLst/>
                <a:gdLst>
                  <a:gd name="T0" fmla="*/ 0 w 320039"/>
                  <a:gd name="T1" fmla="*/ 101600 h 101600"/>
                  <a:gd name="T2" fmla="*/ 82550 w 320039"/>
                  <a:gd name="T3" fmla="*/ 0 h 101600"/>
                  <a:gd name="T4" fmla="*/ 122610 w 320039"/>
                  <a:gd name="T5" fmla="*/ 6461 h 101600"/>
                  <a:gd name="T6" fmla="*/ 154625 w 320039"/>
                  <a:gd name="T7" fmla="*/ 8412 h 101600"/>
                  <a:gd name="T8" fmla="*/ 190367 w 320039"/>
                  <a:gd name="T9" fmla="*/ 7132 h 101600"/>
                  <a:gd name="T10" fmla="*/ 241584 w 320039"/>
                  <a:gd name="T11" fmla="*/ 3901 h 101600"/>
                  <a:gd name="T12" fmla="*/ 320049 w 320039"/>
                  <a:gd name="T13" fmla="*/ 0 h 101600"/>
                  <a:gd name="T14" fmla="*/ 0 w 320039"/>
                  <a:gd name="T15" fmla="*/ 101600 h 101600"/>
                  <a:gd name="T16" fmla="*/ 0 60000 65536"/>
                  <a:gd name="T17" fmla="*/ 0 60000 65536"/>
                  <a:gd name="T18" fmla="*/ 0 60000 65536"/>
                  <a:gd name="T19" fmla="*/ 0 60000 65536"/>
                  <a:gd name="T20" fmla="*/ 0 60000 65536"/>
                  <a:gd name="T21" fmla="*/ 0 60000 65536"/>
                  <a:gd name="T22" fmla="*/ 0 60000 65536"/>
                  <a:gd name="T23" fmla="*/ 0 60000 65536"/>
                  <a:gd name="T24" fmla="*/ 0 w 320039"/>
                  <a:gd name="T25" fmla="*/ 0 h 101600"/>
                  <a:gd name="T26" fmla="*/ 320039 w 320039"/>
                  <a:gd name="T27" fmla="*/ 101600 h 10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0039" h="101600">
                    <a:moveTo>
                      <a:pt x="0" y="101600"/>
                    </a:moveTo>
                    <a:lnTo>
                      <a:pt x="82550" y="0"/>
                    </a:lnTo>
                    <a:lnTo>
                      <a:pt x="122610" y="6461"/>
                    </a:lnTo>
                    <a:lnTo>
                      <a:pt x="154625" y="8412"/>
                    </a:lnTo>
                    <a:lnTo>
                      <a:pt x="190357" y="7132"/>
                    </a:lnTo>
                    <a:lnTo>
                      <a:pt x="241574" y="3901"/>
                    </a:lnTo>
                    <a:lnTo>
                      <a:pt x="320039" y="0"/>
                    </a:lnTo>
                    <a:lnTo>
                      <a:pt x="0" y="10160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30" name="object 31"/>
            <p:cNvSpPr txBox="1"/>
            <p:nvPr/>
          </p:nvSpPr>
          <p:spPr>
            <a:xfrm>
              <a:off x="1057275" y="2744788"/>
              <a:ext cx="704850" cy="197490"/>
            </a:xfrm>
            <a:prstGeom prst="rect">
              <a:avLst/>
            </a:prstGeom>
          </p:spPr>
          <p:txBody>
            <a:bodyPr lIns="0" tIns="12700" rIns="0" bIns="0">
              <a:spAutoFit/>
            </a:bodyPr>
            <a:lstStyle/>
            <a:p>
              <a:pPr marL="12700">
                <a:spcBef>
                  <a:spcPts val="100"/>
                </a:spcBef>
                <a:defRPr/>
              </a:pPr>
              <a:r>
                <a:rPr sz="1200" b="1" dirty="0">
                  <a:latin typeface="Times New Roman" pitchFamily="18" charset="0"/>
                  <a:cs typeface="Times New Roman" pitchFamily="18" charset="0"/>
                </a:rPr>
                <a:t>SE</a:t>
              </a:r>
              <a:r>
                <a:rPr sz="1200" b="1" spc="5" dirty="0">
                  <a:latin typeface="Times New Roman" pitchFamily="18" charset="0"/>
                  <a:cs typeface="Times New Roman" pitchFamily="18" charset="0"/>
                </a:rPr>
                <a:t>S</a:t>
              </a:r>
              <a:r>
                <a:rPr sz="1200" b="1" dirty="0">
                  <a:latin typeface="Times New Roman" pitchFamily="18" charset="0"/>
                  <a:cs typeface="Times New Roman" pitchFamily="18" charset="0"/>
                </a:rPr>
                <a:t>S</a:t>
              </a:r>
              <a:r>
                <a:rPr sz="1200" b="1" spc="5" dirty="0">
                  <a:latin typeface="Times New Roman" pitchFamily="18" charset="0"/>
                  <a:cs typeface="Times New Roman" pitchFamily="18" charset="0"/>
                </a:rPr>
                <a:t>I</a:t>
              </a:r>
              <a:r>
                <a:rPr sz="1200" b="1" spc="-5" dirty="0">
                  <a:latin typeface="Times New Roman" pitchFamily="18" charset="0"/>
                  <a:cs typeface="Times New Roman" pitchFamily="18" charset="0"/>
                </a:rPr>
                <a:t>O</a:t>
              </a:r>
              <a:r>
                <a:rPr sz="1200" b="1" dirty="0">
                  <a:latin typeface="Times New Roman" pitchFamily="18" charset="0"/>
                  <a:cs typeface="Times New Roman" pitchFamily="18" charset="0"/>
                </a:rPr>
                <a:t>N</a:t>
              </a:r>
            </a:p>
          </p:txBody>
        </p:sp>
        <p:grpSp>
          <p:nvGrpSpPr>
            <p:cNvPr id="331" name="object 32"/>
            <p:cNvGrpSpPr>
              <a:grpSpLocks/>
            </p:cNvGrpSpPr>
            <p:nvPr/>
          </p:nvGrpSpPr>
          <p:grpSpPr bwMode="auto">
            <a:xfrm>
              <a:off x="681038" y="3424238"/>
              <a:ext cx="1470025" cy="479425"/>
              <a:chOff x="681127" y="3424327"/>
              <a:chExt cx="1470025" cy="479425"/>
            </a:xfrm>
          </p:grpSpPr>
          <p:sp>
            <p:nvSpPr>
              <p:cNvPr id="332" name="object 33"/>
              <p:cNvSpPr>
                <a:spLocks/>
              </p:cNvSpPr>
              <p:nvPr/>
            </p:nvSpPr>
            <p:spPr bwMode="auto">
              <a:xfrm>
                <a:off x="698499" y="3441700"/>
                <a:ext cx="1447800" cy="457200"/>
              </a:xfrm>
              <a:custGeom>
                <a:avLst/>
                <a:gdLst>
                  <a:gd name="T0" fmla="*/ 1447800 w 1447800"/>
                  <a:gd name="T1" fmla="*/ 0 h 457200"/>
                  <a:gd name="T2" fmla="*/ 0 w 1447800"/>
                  <a:gd name="T3" fmla="*/ 0 h 457200"/>
                  <a:gd name="T4" fmla="*/ 0 w 1447800"/>
                  <a:gd name="T5" fmla="*/ 457200 h 457200"/>
                  <a:gd name="T6" fmla="*/ 1136650 w 1447800"/>
                  <a:gd name="T7" fmla="*/ 457200 h 457200"/>
                  <a:gd name="T8" fmla="*/ 1447800 w 1447800"/>
                  <a:gd name="T9" fmla="*/ 35941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36650" y="457200"/>
                    </a:lnTo>
                    <a:lnTo>
                      <a:pt x="1447800" y="35941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33" name="object 34"/>
              <p:cNvSpPr>
                <a:spLocks/>
              </p:cNvSpPr>
              <p:nvPr/>
            </p:nvSpPr>
            <p:spPr bwMode="auto">
              <a:xfrm>
                <a:off x="698499" y="3441700"/>
                <a:ext cx="1447800" cy="457200"/>
              </a:xfrm>
              <a:custGeom>
                <a:avLst/>
                <a:gdLst>
                  <a:gd name="T0" fmla="*/ 0 w 1447800"/>
                  <a:gd name="T1" fmla="*/ 0 h 457200"/>
                  <a:gd name="T2" fmla="*/ 1447800 w 1447800"/>
                  <a:gd name="T3" fmla="*/ 0 h 457200"/>
                  <a:gd name="T4" fmla="*/ 1447800 w 1447800"/>
                  <a:gd name="T5" fmla="*/ 359410 h 457200"/>
                  <a:gd name="T6" fmla="*/ 11366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59410"/>
                    </a:lnTo>
                    <a:lnTo>
                      <a:pt x="113665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34" name="object 35"/>
              <p:cNvSpPr>
                <a:spLocks/>
              </p:cNvSpPr>
              <p:nvPr/>
            </p:nvSpPr>
            <p:spPr bwMode="auto">
              <a:xfrm>
                <a:off x="1835149" y="3801110"/>
                <a:ext cx="311150" cy="97790"/>
              </a:xfrm>
              <a:custGeom>
                <a:avLst/>
                <a:gdLst>
                  <a:gd name="T0" fmla="*/ 311150 w 311150"/>
                  <a:gd name="T1" fmla="*/ 0 h 97789"/>
                  <a:gd name="T2" fmla="*/ 166369 w 311150"/>
                  <a:gd name="T3" fmla="*/ 6350 h 97789"/>
                  <a:gd name="T4" fmla="*/ 147319 w 311150"/>
                  <a:gd name="T5" fmla="*/ 7619 h 97789"/>
                  <a:gd name="T6" fmla="*/ 127000 w 311150"/>
                  <a:gd name="T7" fmla="*/ 6350 h 97789"/>
                  <a:gd name="T8" fmla="*/ 106680 w 311150"/>
                  <a:gd name="T9" fmla="*/ 3809 h 97789"/>
                  <a:gd name="T10" fmla="*/ 81280 w 311150"/>
                  <a:gd name="T11" fmla="*/ 0 h 97789"/>
                  <a:gd name="T12" fmla="*/ 0 w 311150"/>
                  <a:gd name="T13" fmla="*/ 97799 h 97789"/>
                  <a:gd name="T14" fmla="*/ 311150 w 311150"/>
                  <a:gd name="T15" fmla="*/ 0 h 97789"/>
                  <a:gd name="T16" fmla="*/ 0 60000 65536"/>
                  <a:gd name="T17" fmla="*/ 0 60000 65536"/>
                  <a:gd name="T18" fmla="*/ 0 60000 65536"/>
                  <a:gd name="T19" fmla="*/ 0 60000 65536"/>
                  <a:gd name="T20" fmla="*/ 0 60000 65536"/>
                  <a:gd name="T21" fmla="*/ 0 60000 65536"/>
                  <a:gd name="T22" fmla="*/ 0 60000 65536"/>
                  <a:gd name="T23" fmla="*/ 0 60000 65536"/>
                  <a:gd name="T24" fmla="*/ 0 w 311150"/>
                  <a:gd name="T25" fmla="*/ 0 h 97789"/>
                  <a:gd name="T26" fmla="*/ 311150 w 311150"/>
                  <a:gd name="T27" fmla="*/ 97789 h 977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1150" h="97789">
                    <a:moveTo>
                      <a:pt x="311150" y="0"/>
                    </a:moveTo>
                    <a:lnTo>
                      <a:pt x="166369" y="6350"/>
                    </a:lnTo>
                    <a:lnTo>
                      <a:pt x="147319" y="7619"/>
                    </a:lnTo>
                    <a:lnTo>
                      <a:pt x="127000" y="6350"/>
                    </a:lnTo>
                    <a:lnTo>
                      <a:pt x="106680" y="3809"/>
                    </a:lnTo>
                    <a:lnTo>
                      <a:pt x="81280" y="0"/>
                    </a:lnTo>
                    <a:lnTo>
                      <a:pt x="0" y="97789"/>
                    </a:lnTo>
                    <a:lnTo>
                      <a:pt x="31115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35" name="object 36"/>
              <p:cNvSpPr>
                <a:spLocks/>
              </p:cNvSpPr>
              <p:nvPr/>
            </p:nvSpPr>
            <p:spPr bwMode="auto">
              <a:xfrm>
                <a:off x="1835149" y="3801110"/>
                <a:ext cx="311150" cy="97790"/>
              </a:xfrm>
              <a:custGeom>
                <a:avLst/>
                <a:gdLst>
                  <a:gd name="T0" fmla="*/ 0 w 311150"/>
                  <a:gd name="T1" fmla="*/ 97799 h 97789"/>
                  <a:gd name="T2" fmla="*/ 81280 w 311150"/>
                  <a:gd name="T3" fmla="*/ 0 h 97789"/>
                  <a:gd name="T4" fmla="*/ 120060 w 311150"/>
                  <a:gd name="T5" fmla="*/ 5852 h 97789"/>
                  <a:gd name="T6" fmla="*/ 151038 w 311150"/>
                  <a:gd name="T7" fmla="*/ 7498 h 97789"/>
                  <a:gd name="T8" fmla="*/ 185613 w 311150"/>
                  <a:gd name="T9" fmla="*/ 6217 h 97789"/>
                  <a:gd name="T10" fmla="*/ 235183 w 311150"/>
                  <a:gd name="T11" fmla="*/ 3291 h 97789"/>
                  <a:gd name="T12" fmla="*/ 311150 w 311150"/>
                  <a:gd name="T13" fmla="*/ 0 h 97789"/>
                  <a:gd name="T14" fmla="*/ 0 w 311150"/>
                  <a:gd name="T15" fmla="*/ 97799 h 97789"/>
                  <a:gd name="T16" fmla="*/ 0 60000 65536"/>
                  <a:gd name="T17" fmla="*/ 0 60000 65536"/>
                  <a:gd name="T18" fmla="*/ 0 60000 65536"/>
                  <a:gd name="T19" fmla="*/ 0 60000 65536"/>
                  <a:gd name="T20" fmla="*/ 0 60000 65536"/>
                  <a:gd name="T21" fmla="*/ 0 60000 65536"/>
                  <a:gd name="T22" fmla="*/ 0 60000 65536"/>
                  <a:gd name="T23" fmla="*/ 0 60000 65536"/>
                  <a:gd name="T24" fmla="*/ 0 w 311150"/>
                  <a:gd name="T25" fmla="*/ 0 h 97789"/>
                  <a:gd name="T26" fmla="*/ 311150 w 311150"/>
                  <a:gd name="T27" fmla="*/ 97789 h 977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1150" h="97789">
                    <a:moveTo>
                      <a:pt x="0" y="97789"/>
                    </a:moveTo>
                    <a:lnTo>
                      <a:pt x="81280" y="0"/>
                    </a:lnTo>
                    <a:lnTo>
                      <a:pt x="120060" y="5852"/>
                    </a:lnTo>
                    <a:lnTo>
                      <a:pt x="151038" y="7498"/>
                    </a:lnTo>
                    <a:lnTo>
                      <a:pt x="185613" y="6217"/>
                    </a:lnTo>
                    <a:lnTo>
                      <a:pt x="235183" y="3291"/>
                    </a:lnTo>
                    <a:lnTo>
                      <a:pt x="311150" y="0"/>
                    </a:lnTo>
                    <a:lnTo>
                      <a:pt x="0" y="97789"/>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36" name="object 37"/>
              <p:cNvSpPr>
                <a:spLocks/>
              </p:cNvSpPr>
              <p:nvPr/>
            </p:nvSpPr>
            <p:spPr bwMode="auto">
              <a:xfrm>
                <a:off x="685799" y="3429000"/>
                <a:ext cx="1447800" cy="457200"/>
              </a:xfrm>
              <a:custGeom>
                <a:avLst/>
                <a:gdLst>
                  <a:gd name="T0" fmla="*/ 1447800 w 1447800"/>
                  <a:gd name="T1" fmla="*/ 0 h 457200"/>
                  <a:gd name="T2" fmla="*/ 0 w 1447800"/>
                  <a:gd name="T3" fmla="*/ 0 h 457200"/>
                  <a:gd name="T4" fmla="*/ 0 w 1447800"/>
                  <a:gd name="T5" fmla="*/ 457200 h 457200"/>
                  <a:gd name="T6" fmla="*/ 1136650 w 1447800"/>
                  <a:gd name="T7" fmla="*/ 457200 h 457200"/>
                  <a:gd name="T8" fmla="*/ 1447800 w 1447800"/>
                  <a:gd name="T9" fmla="*/ 35941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36650" y="457200"/>
                    </a:lnTo>
                    <a:lnTo>
                      <a:pt x="1447800" y="359410"/>
                    </a:lnTo>
                    <a:lnTo>
                      <a:pt x="1447800" y="0"/>
                    </a:lnTo>
                    <a:close/>
                  </a:path>
                </a:pathLst>
              </a:custGeom>
              <a:solidFill>
                <a:srgbClr val="FFCC98">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37" name="object 38"/>
              <p:cNvSpPr>
                <a:spLocks/>
              </p:cNvSpPr>
              <p:nvPr/>
            </p:nvSpPr>
            <p:spPr bwMode="auto">
              <a:xfrm>
                <a:off x="685799" y="3429000"/>
                <a:ext cx="1447800" cy="457200"/>
              </a:xfrm>
              <a:custGeom>
                <a:avLst/>
                <a:gdLst>
                  <a:gd name="T0" fmla="*/ 0 w 1447800"/>
                  <a:gd name="T1" fmla="*/ 0 h 457200"/>
                  <a:gd name="T2" fmla="*/ 1447800 w 1447800"/>
                  <a:gd name="T3" fmla="*/ 0 h 457200"/>
                  <a:gd name="T4" fmla="*/ 1447800 w 1447800"/>
                  <a:gd name="T5" fmla="*/ 359410 h 457200"/>
                  <a:gd name="T6" fmla="*/ 11366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59410"/>
                    </a:lnTo>
                    <a:lnTo>
                      <a:pt x="113665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38" name="object 39"/>
              <p:cNvSpPr>
                <a:spLocks/>
              </p:cNvSpPr>
              <p:nvPr/>
            </p:nvSpPr>
            <p:spPr bwMode="auto">
              <a:xfrm>
                <a:off x="1822449" y="3788410"/>
                <a:ext cx="311150" cy="97790"/>
              </a:xfrm>
              <a:custGeom>
                <a:avLst/>
                <a:gdLst>
                  <a:gd name="T0" fmla="*/ 311150 w 311150"/>
                  <a:gd name="T1" fmla="*/ 0 h 97789"/>
                  <a:gd name="T2" fmla="*/ 166369 w 311150"/>
                  <a:gd name="T3" fmla="*/ 7619 h 97789"/>
                  <a:gd name="T4" fmla="*/ 147319 w 311150"/>
                  <a:gd name="T5" fmla="*/ 7619 h 97789"/>
                  <a:gd name="T6" fmla="*/ 128269 w 311150"/>
                  <a:gd name="T7" fmla="*/ 6350 h 97789"/>
                  <a:gd name="T8" fmla="*/ 106680 w 311150"/>
                  <a:gd name="T9" fmla="*/ 3809 h 97789"/>
                  <a:gd name="T10" fmla="*/ 81280 w 311150"/>
                  <a:gd name="T11" fmla="*/ 0 h 97789"/>
                  <a:gd name="T12" fmla="*/ 0 w 311150"/>
                  <a:gd name="T13" fmla="*/ 97799 h 97789"/>
                  <a:gd name="T14" fmla="*/ 311150 w 311150"/>
                  <a:gd name="T15" fmla="*/ 0 h 97789"/>
                  <a:gd name="T16" fmla="*/ 0 60000 65536"/>
                  <a:gd name="T17" fmla="*/ 0 60000 65536"/>
                  <a:gd name="T18" fmla="*/ 0 60000 65536"/>
                  <a:gd name="T19" fmla="*/ 0 60000 65536"/>
                  <a:gd name="T20" fmla="*/ 0 60000 65536"/>
                  <a:gd name="T21" fmla="*/ 0 60000 65536"/>
                  <a:gd name="T22" fmla="*/ 0 60000 65536"/>
                  <a:gd name="T23" fmla="*/ 0 60000 65536"/>
                  <a:gd name="T24" fmla="*/ 0 w 311150"/>
                  <a:gd name="T25" fmla="*/ 0 h 97789"/>
                  <a:gd name="T26" fmla="*/ 311150 w 311150"/>
                  <a:gd name="T27" fmla="*/ 97789 h 977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1150" h="97789">
                    <a:moveTo>
                      <a:pt x="311150" y="0"/>
                    </a:moveTo>
                    <a:lnTo>
                      <a:pt x="166369" y="7619"/>
                    </a:lnTo>
                    <a:lnTo>
                      <a:pt x="147319" y="7619"/>
                    </a:lnTo>
                    <a:lnTo>
                      <a:pt x="128269" y="6350"/>
                    </a:lnTo>
                    <a:lnTo>
                      <a:pt x="106680" y="3809"/>
                    </a:lnTo>
                    <a:lnTo>
                      <a:pt x="81280" y="0"/>
                    </a:lnTo>
                    <a:lnTo>
                      <a:pt x="0" y="97789"/>
                    </a:lnTo>
                    <a:lnTo>
                      <a:pt x="311150" y="0"/>
                    </a:lnTo>
                    <a:close/>
                  </a:path>
                </a:pathLst>
              </a:custGeom>
              <a:solidFill>
                <a:srgbClr val="DAAE82">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39" name="object 40"/>
              <p:cNvSpPr>
                <a:spLocks/>
              </p:cNvSpPr>
              <p:nvPr/>
            </p:nvSpPr>
            <p:spPr bwMode="auto">
              <a:xfrm>
                <a:off x="1822449" y="3788410"/>
                <a:ext cx="311150" cy="97790"/>
              </a:xfrm>
              <a:custGeom>
                <a:avLst/>
                <a:gdLst>
                  <a:gd name="T0" fmla="*/ 0 w 311150"/>
                  <a:gd name="T1" fmla="*/ 97799 h 97789"/>
                  <a:gd name="T2" fmla="*/ 81280 w 311150"/>
                  <a:gd name="T3" fmla="*/ 0 h 97789"/>
                  <a:gd name="T4" fmla="*/ 120060 w 311150"/>
                  <a:gd name="T5" fmla="*/ 5852 h 97789"/>
                  <a:gd name="T6" fmla="*/ 151038 w 311150"/>
                  <a:gd name="T7" fmla="*/ 7498 h 97789"/>
                  <a:gd name="T8" fmla="*/ 185613 w 311150"/>
                  <a:gd name="T9" fmla="*/ 6217 h 97789"/>
                  <a:gd name="T10" fmla="*/ 235183 w 311150"/>
                  <a:gd name="T11" fmla="*/ 3291 h 97789"/>
                  <a:gd name="T12" fmla="*/ 311150 w 311150"/>
                  <a:gd name="T13" fmla="*/ 0 h 97789"/>
                  <a:gd name="T14" fmla="*/ 0 w 311150"/>
                  <a:gd name="T15" fmla="*/ 97799 h 97789"/>
                  <a:gd name="T16" fmla="*/ 0 60000 65536"/>
                  <a:gd name="T17" fmla="*/ 0 60000 65536"/>
                  <a:gd name="T18" fmla="*/ 0 60000 65536"/>
                  <a:gd name="T19" fmla="*/ 0 60000 65536"/>
                  <a:gd name="T20" fmla="*/ 0 60000 65536"/>
                  <a:gd name="T21" fmla="*/ 0 60000 65536"/>
                  <a:gd name="T22" fmla="*/ 0 60000 65536"/>
                  <a:gd name="T23" fmla="*/ 0 60000 65536"/>
                  <a:gd name="T24" fmla="*/ 0 w 311150"/>
                  <a:gd name="T25" fmla="*/ 0 h 97789"/>
                  <a:gd name="T26" fmla="*/ 311150 w 311150"/>
                  <a:gd name="T27" fmla="*/ 97789 h 977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1150" h="97789">
                    <a:moveTo>
                      <a:pt x="0" y="97789"/>
                    </a:moveTo>
                    <a:lnTo>
                      <a:pt x="81280" y="0"/>
                    </a:lnTo>
                    <a:lnTo>
                      <a:pt x="120060" y="5852"/>
                    </a:lnTo>
                    <a:lnTo>
                      <a:pt x="151038" y="7498"/>
                    </a:lnTo>
                    <a:lnTo>
                      <a:pt x="185613" y="6217"/>
                    </a:lnTo>
                    <a:lnTo>
                      <a:pt x="235183" y="3291"/>
                    </a:lnTo>
                    <a:lnTo>
                      <a:pt x="311150" y="0"/>
                    </a:lnTo>
                    <a:lnTo>
                      <a:pt x="0" y="97789"/>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40" name="object 41"/>
            <p:cNvSpPr txBox="1"/>
            <p:nvPr/>
          </p:nvSpPr>
          <p:spPr>
            <a:xfrm>
              <a:off x="923925" y="3508375"/>
              <a:ext cx="973138" cy="197490"/>
            </a:xfrm>
            <a:prstGeom prst="rect">
              <a:avLst/>
            </a:prstGeom>
          </p:spPr>
          <p:txBody>
            <a:bodyPr lIns="0" tIns="12700" rIns="0" bIns="0">
              <a:spAutoFit/>
            </a:bodyPr>
            <a:lstStyle/>
            <a:p>
              <a:pPr marL="12700">
                <a:spcBef>
                  <a:spcPts val="100"/>
                </a:spcBef>
                <a:defRPr/>
              </a:pPr>
              <a:r>
                <a:rPr sz="1200" b="1" spc="-5" dirty="0">
                  <a:latin typeface="Times New Roman" pitchFamily="18" charset="0"/>
                  <a:cs typeface="Times New Roman" pitchFamily="18" charset="0"/>
                </a:rPr>
                <a:t>TRANSPORT</a:t>
              </a:r>
              <a:endParaRPr sz="1200" b="1">
                <a:latin typeface="Times New Roman" pitchFamily="18" charset="0"/>
                <a:cs typeface="Times New Roman" pitchFamily="18" charset="0"/>
              </a:endParaRPr>
            </a:p>
          </p:txBody>
        </p:sp>
        <p:grpSp>
          <p:nvGrpSpPr>
            <p:cNvPr id="341" name="object 42"/>
            <p:cNvGrpSpPr>
              <a:grpSpLocks/>
            </p:cNvGrpSpPr>
            <p:nvPr/>
          </p:nvGrpSpPr>
          <p:grpSpPr bwMode="auto">
            <a:xfrm>
              <a:off x="681038" y="4186238"/>
              <a:ext cx="1470025" cy="479425"/>
              <a:chOff x="681127" y="4186327"/>
              <a:chExt cx="1470025" cy="479425"/>
            </a:xfrm>
          </p:grpSpPr>
          <p:sp>
            <p:nvSpPr>
              <p:cNvPr id="342" name="object 43"/>
              <p:cNvSpPr>
                <a:spLocks/>
              </p:cNvSpPr>
              <p:nvPr/>
            </p:nvSpPr>
            <p:spPr bwMode="auto">
              <a:xfrm>
                <a:off x="698499" y="4203700"/>
                <a:ext cx="1447800" cy="457200"/>
              </a:xfrm>
              <a:custGeom>
                <a:avLst/>
                <a:gdLst>
                  <a:gd name="T0" fmla="*/ 1447800 w 1447800"/>
                  <a:gd name="T1" fmla="*/ 0 h 457200"/>
                  <a:gd name="T2" fmla="*/ 0 w 1447800"/>
                  <a:gd name="T3" fmla="*/ 0 h 457200"/>
                  <a:gd name="T4" fmla="*/ 0 w 1447800"/>
                  <a:gd name="T5" fmla="*/ 457200 h 457200"/>
                  <a:gd name="T6" fmla="*/ 1083310 w 1447800"/>
                  <a:gd name="T7" fmla="*/ 457200 h 457200"/>
                  <a:gd name="T8" fmla="*/ 1447800 w 1447800"/>
                  <a:gd name="T9" fmla="*/ 34163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83310" y="457200"/>
                    </a:lnTo>
                    <a:lnTo>
                      <a:pt x="1447800" y="34163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43" name="object 44"/>
              <p:cNvSpPr>
                <a:spLocks/>
              </p:cNvSpPr>
              <p:nvPr/>
            </p:nvSpPr>
            <p:spPr bwMode="auto">
              <a:xfrm>
                <a:off x="698499" y="4203700"/>
                <a:ext cx="1447800" cy="457200"/>
              </a:xfrm>
              <a:custGeom>
                <a:avLst/>
                <a:gdLst>
                  <a:gd name="T0" fmla="*/ 0 w 1447800"/>
                  <a:gd name="T1" fmla="*/ 0 h 457200"/>
                  <a:gd name="T2" fmla="*/ 1447800 w 1447800"/>
                  <a:gd name="T3" fmla="*/ 0 h 457200"/>
                  <a:gd name="T4" fmla="*/ 1447800 w 1447800"/>
                  <a:gd name="T5" fmla="*/ 341630 h 457200"/>
                  <a:gd name="T6" fmla="*/ 108331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1630"/>
                    </a:lnTo>
                    <a:lnTo>
                      <a:pt x="108331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44" name="object 45"/>
              <p:cNvSpPr>
                <a:spLocks/>
              </p:cNvSpPr>
              <p:nvPr/>
            </p:nvSpPr>
            <p:spPr bwMode="auto">
              <a:xfrm>
                <a:off x="1781809" y="4545330"/>
                <a:ext cx="364490" cy="115570"/>
              </a:xfrm>
              <a:custGeom>
                <a:avLst/>
                <a:gdLst>
                  <a:gd name="T0" fmla="*/ 364499 w 364489"/>
                  <a:gd name="T1" fmla="*/ 0 h 115570"/>
                  <a:gd name="T2" fmla="*/ 195589 w 364489"/>
                  <a:gd name="T3" fmla="*/ 8890 h 115570"/>
                  <a:gd name="T4" fmla="*/ 149859 w 364489"/>
                  <a:gd name="T5" fmla="*/ 8890 h 115570"/>
                  <a:gd name="T6" fmla="*/ 124459 w 364489"/>
                  <a:gd name="T7" fmla="*/ 5080 h 115570"/>
                  <a:gd name="T8" fmla="*/ 93979 w 364489"/>
                  <a:gd name="T9" fmla="*/ 0 h 115570"/>
                  <a:gd name="T10" fmla="*/ 0 w 364489"/>
                  <a:gd name="T11" fmla="*/ 115570 h 115570"/>
                  <a:gd name="T12" fmla="*/ 364499 w 364489"/>
                  <a:gd name="T13" fmla="*/ 0 h 115570"/>
                  <a:gd name="T14" fmla="*/ 0 60000 65536"/>
                  <a:gd name="T15" fmla="*/ 0 60000 65536"/>
                  <a:gd name="T16" fmla="*/ 0 60000 65536"/>
                  <a:gd name="T17" fmla="*/ 0 60000 65536"/>
                  <a:gd name="T18" fmla="*/ 0 60000 65536"/>
                  <a:gd name="T19" fmla="*/ 0 60000 65536"/>
                  <a:gd name="T20" fmla="*/ 0 60000 65536"/>
                  <a:gd name="T21" fmla="*/ 0 w 364489"/>
                  <a:gd name="T22" fmla="*/ 0 h 115570"/>
                  <a:gd name="T23" fmla="*/ 364489 w 364489"/>
                  <a:gd name="T24" fmla="*/ 115570 h 115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89" h="115570">
                    <a:moveTo>
                      <a:pt x="364489" y="0"/>
                    </a:moveTo>
                    <a:lnTo>
                      <a:pt x="195579" y="8890"/>
                    </a:lnTo>
                    <a:lnTo>
                      <a:pt x="149859" y="8890"/>
                    </a:lnTo>
                    <a:lnTo>
                      <a:pt x="124459" y="5080"/>
                    </a:lnTo>
                    <a:lnTo>
                      <a:pt x="93979" y="0"/>
                    </a:lnTo>
                    <a:lnTo>
                      <a:pt x="0" y="115570"/>
                    </a:lnTo>
                    <a:lnTo>
                      <a:pt x="364489"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45" name="object 46"/>
              <p:cNvSpPr>
                <a:spLocks/>
              </p:cNvSpPr>
              <p:nvPr/>
            </p:nvSpPr>
            <p:spPr bwMode="auto">
              <a:xfrm>
                <a:off x="1781809" y="4545330"/>
                <a:ext cx="364490" cy="115570"/>
              </a:xfrm>
              <a:custGeom>
                <a:avLst/>
                <a:gdLst>
                  <a:gd name="T0" fmla="*/ 0 w 364489"/>
                  <a:gd name="T1" fmla="*/ 115570 h 115570"/>
                  <a:gd name="T2" fmla="*/ 93979 w 364489"/>
                  <a:gd name="T3" fmla="*/ 0 h 115570"/>
                  <a:gd name="T4" fmla="*/ 133067 w 364489"/>
                  <a:gd name="T5" fmla="*/ 6261 h 115570"/>
                  <a:gd name="T6" fmla="*/ 164112 w 364489"/>
                  <a:gd name="T7" fmla="*/ 9031 h 115570"/>
                  <a:gd name="T8" fmla="*/ 194954 w 364489"/>
                  <a:gd name="T9" fmla="*/ 9048 h 115570"/>
                  <a:gd name="T10" fmla="*/ 233407 w 364489"/>
                  <a:gd name="T11" fmla="*/ 7055 h 115570"/>
                  <a:gd name="T12" fmla="*/ 287312 w 364489"/>
                  <a:gd name="T13" fmla="*/ 3792 h 115570"/>
                  <a:gd name="T14" fmla="*/ 364499 w 364489"/>
                  <a:gd name="T15" fmla="*/ 0 h 115570"/>
                  <a:gd name="T16" fmla="*/ 0 w 364489"/>
                  <a:gd name="T17" fmla="*/ 115570 h 1155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4489"/>
                  <a:gd name="T28" fmla="*/ 0 h 115570"/>
                  <a:gd name="T29" fmla="*/ 364489 w 364489"/>
                  <a:gd name="T30" fmla="*/ 115570 h 1155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4489" h="115570">
                    <a:moveTo>
                      <a:pt x="0" y="115570"/>
                    </a:moveTo>
                    <a:lnTo>
                      <a:pt x="93979" y="0"/>
                    </a:lnTo>
                    <a:lnTo>
                      <a:pt x="133067" y="6261"/>
                    </a:lnTo>
                    <a:lnTo>
                      <a:pt x="164112" y="9031"/>
                    </a:lnTo>
                    <a:lnTo>
                      <a:pt x="194944" y="9048"/>
                    </a:lnTo>
                    <a:lnTo>
                      <a:pt x="233397" y="7055"/>
                    </a:lnTo>
                    <a:lnTo>
                      <a:pt x="287302" y="3792"/>
                    </a:lnTo>
                    <a:lnTo>
                      <a:pt x="364489" y="0"/>
                    </a:lnTo>
                    <a:lnTo>
                      <a:pt x="0" y="11557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46" name="object 47"/>
              <p:cNvSpPr>
                <a:spLocks/>
              </p:cNvSpPr>
              <p:nvPr/>
            </p:nvSpPr>
            <p:spPr bwMode="auto">
              <a:xfrm>
                <a:off x="685799" y="4191000"/>
                <a:ext cx="1447800" cy="457200"/>
              </a:xfrm>
              <a:custGeom>
                <a:avLst/>
                <a:gdLst>
                  <a:gd name="T0" fmla="*/ 1447800 w 1447800"/>
                  <a:gd name="T1" fmla="*/ 0 h 457200"/>
                  <a:gd name="T2" fmla="*/ 0 w 1447800"/>
                  <a:gd name="T3" fmla="*/ 0 h 457200"/>
                  <a:gd name="T4" fmla="*/ 0 w 1447800"/>
                  <a:gd name="T5" fmla="*/ 457200 h 457200"/>
                  <a:gd name="T6" fmla="*/ 1083310 w 1447800"/>
                  <a:gd name="T7" fmla="*/ 457200 h 457200"/>
                  <a:gd name="T8" fmla="*/ 1447800 w 1447800"/>
                  <a:gd name="T9" fmla="*/ 34163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83310" y="457200"/>
                    </a:lnTo>
                    <a:lnTo>
                      <a:pt x="1447800" y="341630"/>
                    </a:lnTo>
                    <a:lnTo>
                      <a:pt x="1447800" y="0"/>
                    </a:lnTo>
                    <a:close/>
                  </a:path>
                </a:pathLst>
              </a:custGeom>
              <a:solidFill>
                <a:srgbClr val="CCFFCC">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47" name="object 48"/>
              <p:cNvSpPr>
                <a:spLocks/>
              </p:cNvSpPr>
              <p:nvPr/>
            </p:nvSpPr>
            <p:spPr bwMode="auto">
              <a:xfrm>
                <a:off x="685799" y="4191000"/>
                <a:ext cx="1447800" cy="457200"/>
              </a:xfrm>
              <a:custGeom>
                <a:avLst/>
                <a:gdLst>
                  <a:gd name="T0" fmla="*/ 0 w 1447800"/>
                  <a:gd name="T1" fmla="*/ 0 h 457200"/>
                  <a:gd name="T2" fmla="*/ 1447800 w 1447800"/>
                  <a:gd name="T3" fmla="*/ 0 h 457200"/>
                  <a:gd name="T4" fmla="*/ 1447800 w 1447800"/>
                  <a:gd name="T5" fmla="*/ 341630 h 457200"/>
                  <a:gd name="T6" fmla="*/ 108331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1630"/>
                    </a:lnTo>
                    <a:lnTo>
                      <a:pt x="108331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48" name="object 49"/>
              <p:cNvSpPr>
                <a:spLocks/>
              </p:cNvSpPr>
              <p:nvPr/>
            </p:nvSpPr>
            <p:spPr bwMode="auto">
              <a:xfrm>
                <a:off x="1769109" y="4532630"/>
                <a:ext cx="364490" cy="115570"/>
              </a:xfrm>
              <a:custGeom>
                <a:avLst/>
                <a:gdLst>
                  <a:gd name="T0" fmla="*/ 364499 w 364489"/>
                  <a:gd name="T1" fmla="*/ 0 h 115570"/>
                  <a:gd name="T2" fmla="*/ 195589 w 364489"/>
                  <a:gd name="T3" fmla="*/ 8890 h 115570"/>
                  <a:gd name="T4" fmla="*/ 149859 w 364489"/>
                  <a:gd name="T5" fmla="*/ 8890 h 115570"/>
                  <a:gd name="T6" fmla="*/ 124459 w 364489"/>
                  <a:gd name="T7" fmla="*/ 5080 h 115570"/>
                  <a:gd name="T8" fmla="*/ 93979 w 364489"/>
                  <a:gd name="T9" fmla="*/ 0 h 115570"/>
                  <a:gd name="T10" fmla="*/ 0 w 364489"/>
                  <a:gd name="T11" fmla="*/ 115570 h 115570"/>
                  <a:gd name="T12" fmla="*/ 364499 w 364489"/>
                  <a:gd name="T13" fmla="*/ 0 h 115570"/>
                  <a:gd name="T14" fmla="*/ 0 60000 65536"/>
                  <a:gd name="T15" fmla="*/ 0 60000 65536"/>
                  <a:gd name="T16" fmla="*/ 0 60000 65536"/>
                  <a:gd name="T17" fmla="*/ 0 60000 65536"/>
                  <a:gd name="T18" fmla="*/ 0 60000 65536"/>
                  <a:gd name="T19" fmla="*/ 0 60000 65536"/>
                  <a:gd name="T20" fmla="*/ 0 60000 65536"/>
                  <a:gd name="T21" fmla="*/ 0 w 364489"/>
                  <a:gd name="T22" fmla="*/ 0 h 115570"/>
                  <a:gd name="T23" fmla="*/ 364489 w 364489"/>
                  <a:gd name="T24" fmla="*/ 115570 h 115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89" h="115570">
                    <a:moveTo>
                      <a:pt x="364489" y="0"/>
                    </a:moveTo>
                    <a:lnTo>
                      <a:pt x="195579" y="8890"/>
                    </a:lnTo>
                    <a:lnTo>
                      <a:pt x="149859" y="8890"/>
                    </a:lnTo>
                    <a:lnTo>
                      <a:pt x="124459" y="5080"/>
                    </a:lnTo>
                    <a:lnTo>
                      <a:pt x="93979" y="0"/>
                    </a:lnTo>
                    <a:lnTo>
                      <a:pt x="0" y="115570"/>
                    </a:lnTo>
                    <a:lnTo>
                      <a:pt x="364489" y="0"/>
                    </a:lnTo>
                    <a:close/>
                  </a:path>
                </a:pathLst>
              </a:custGeom>
              <a:solidFill>
                <a:srgbClr val="AEDAAE">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49" name="object 50"/>
              <p:cNvSpPr>
                <a:spLocks/>
              </p:cNvSpPr>
              <p:nvPr/>
            </p:nvSpPr>
            <p:spPr bwMode="auto">
              <a:xfrm>
                <a:off x="1769109" y="4532630"/>
                <a:ext cx="364490" cy="115570"/>
              </a:xfrm>
              <a:custGeom>
                <a:avLst/>
                <a:gdLst>
                  <a:gd name="T0" fmla="*/ 0 w 364489"/>
                  <a:gd name="T1" fmla="*/ 115570 h 115570"/>
                  <a:gd name="T2" fmla="*/ 93979 w 364489"/>
                  <a:gd name="T3" fmla="*/ 0 h 115570"/>
                  <a:gd name="T4" fmla="*/ 133067 w 364489"/>
                  <a:gd name="T5" fmla="*/ 6261 h 115570"/>
                  <a:gd name="T6" fmla="*/ 164112 w 364489"/>
                  <a:gd name="T7" fmla="*/ 9031 h 115570"/>
                  <a:gd name="T8" fmla="*/ 194954 w 364489"/>
                  <a:gd name="T9" fmla="*/ 9048 h 115570"/>
                  <a:gd name="T10" fmla="*/ 233407 w 364489"/>
                  <a:gd name="T11" fmla="*/ 7055 h 115570"/>
                  <a:gd name="T12" fmla="*/ 287312 w 364489"/>
                  <a:gd name="T13" fmla="*/ 3792 h 115570"/>
                  <a:gd name="T14" fmla="*/ 364499 w 364489"/>
                  <a:gd name="T15" fmla="*/ 0 h 115570"/>
                  <a:gd name="T16" fmla="*/ 0 w 364489"/>
                  <a:gd name="T17" fmla="*/ 115570 h 1155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4489"/>
                  <a:gd name="T28" fmla="*/ 0 h 115570"/>
                  <a:gd name="T29" fmla="*/ 364489 w 364489"/>
                  <a:gd name="T30" fmla="*/ 115570 h 1155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4489" h="115570">
                    <a:moveTo>
                      <a:pt x="0" y="115570"/>
                    </a:moveTo>
                    <a:lnTo>
                      <a:pt x="93979" y="0"/>
                    </a:lnTo>
                    <a:lnTo>
                      <a:pt x="133067" y="6261"/>
                    </a:lnTo>
                    <a:lnTo>
                      <a:pt x="164112" y="9031"/>
                    </a:lnTo>
                    <a:lnTo>
                      <a:pt x="194944" y="9048"/>
                    </a:lnTo>
                    <a:lnTo>
                      <a:pt x="233397" y="7055"/>
                    </a:lnTo>
                    <a:lnTo>
                      <a:pt x="287302" y="3792"/>
                    </a:lnTo>
                    <a:lnTo>
                      <a:pt x="364489" y="0"/>
                    </a:lnTo>
                    <a:lnTo>
                      <a:pt x="0" y="11557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50" name="object 51"/>
            <p:cNvSpPr txBox="1"/>
            <p:nvPr/>
          </p:nvSpPr>
          <p:spPr>
            <a:xfrm>
              <a:off x="923925" y="4262438"/>
              <a:ext cx="893763" cy="197490"/>
            </a:xfrm>
            <a:prstGeom prst="rect">
              <a:avLst/>
            </a:prstGeom>
          </p:spPr>
          <p:txBody>
            <a:bodyPr wrap="square" lIns="0" tIns="12700" rIns="0" bIns="0">
              <a:spAutoFit/>
            </a:bodyPr>
            <a:lstStyle/>
            <a:p>
              <a:pPr marL="12700">
                <a:spcBef>
                  <a:spcPts val="100"/>
                </a:spcBef>
                <a:defRPr/>
              </a:pPr>
              <a:r>
                <a:rPr sz="1200" b="1" spc="-10" dirty="0">
                  <a:solidFill>
                    <a:srgbClr val="333300"/>
                  </a:solidFill>
                  <a:latin typeface="Times New Roman" pitchFamily="18" charset="0"/>
                  <a:cs typeface="Times New Roman" pitchFamily="18" charset="0"/>
                </a:rPr>
                <a:t>N</a:t>
              </a:r>
              <a:r>
                <a:rPr sz="1200" b="1" dirty="0">
                  <a:solidFill>
                    <a:srgbClr val="333300"/>
                  </a:solidFill>
                  <a:latin typeface="Times New Roman" pitchFamily="18" charset="0"/>
                  <a:cs typeface="Times New Roman" pitchFamily="18" charset="0"/>
                </a:rPr>
                <a:t>E</a:t>
              </a:r>
              <a:r>
                <a:rPr sz="1200" b="1" spc="5" dirty="0">
                  <a:solidFill>
                    <a:srgbClr val="333300"/>
                  </a:solidFill>
                  <a:latin typeface="Times New Roman" pitchFamily="18" charset="0"/>
                  <a:cs typeface="Times New Roman" pitchFamily="18" charset="0"/>
                </a:rPr>
                <a:t>T</a:t>
              </a:r>
              <a:r>
                <a:rPr sz="1200" b="1" spc="-5" dirty="0">
                  <a:solidFill>
                    <a:srgbClr val="333300"/>
                  </a:solidFill>
                  <a:latin typeface="Times New Roman" pitchFamily="18" charset="0"/>
                  <a:cs typeface="Times New Roman" pitchFamily="18" charset="0"/>
                </a:rPr>
                <a:t>WO</a:t>
              </a:r>
              <a:r>
                <a:rPr sz="1200" b="1" dirty="0">
                  <a:solidFill>
                    <a:srgbClr val="333300"/>
                  </a:solidFill>
                  <a:latin typeface="Times New Roman" pitchFamily="18" charset="0"/>
                  <a:cs typeface="Times New Roman" pitchFamily="18" charset="0"/>
                </a:rPr>
                <a:t>RK</a:t>
              </a:r>
              <a:endParaRPr sz="1200" b="1" dirty="0">
                <a:latin typeface="Times New Roman" pitchFamily="18" charset="0"/>
                <a:cs typeface="Times New Roman" pitchFamily="18" charset="0"/>
              </a:endParaRPr>
            </a:p>
          </p:txBody>
        </p:sp>
        <p:grpSp>
          <p:nvGrpSpPr>
            <p:cNvPr id="351" name="object 52"/>
            <p:cNvGrpSpPr>
              <a:grpSpLocks/>
            </p:cNvGrpSpPr>
            <p:nvPr/>
          </p:nvGrpSpPr>
          <p:grpSpPr bwMode="auto">
            <a:xfrm>
              <a:off x="681038" y="4948238"/>
              <a:ext cx="1470025" cy="479425"/>
              <a:chOff x="681127" y="4948327"/>
              <a:chExt cx="1470025" cy="479425"/>
            </a:xfrm>
          </p:grpSpPr>
          <p:sp>
            <p:nvSpPr>
              <p:cNvPr id="352" name="object 53"/>
              <p:cNvSpPr>
                <a:spLocks/>
              </p:cNvSpPr>
              <p:nvPr/>
            </p:nvSpPr>
            <p:spPr bwMode="auto">
              <a:xfrm>
                <a:off x="698499" y="4965700"/>
                <a:ext cx="1447800" cy="457200"/>
              </a:xfrm>
              <a:custGeom>
                <a:avLst/>
                <a:gdLst>
                  <a:gd name="T0" fmla="*/ 1447800 w 1447800"/>
                  <a:gd name="T1" fmla="*/ 0 h 457200"/>
                  <a:gd name="T2" fmla="*/ 0 w 1447800"/>
                  <a:gd name="T3" fmla="*/ 0 h 457200"/>
                  <a:gd name="T4" fmla="*/ 0 w 1447800"/>
                  <a:gd name="T5" fmla="*/ 457200 h 457200"/>
                  <a:gd name="T6" fmla="*/ 1096010 w 1447800"/>
                  <a:gd name="T7" fmla="*/ 457200 h 457200"/>
                  <a:gd name="T8" fmla="*/ 1447800 w 1447800"/>
                  <a:gd name="T9" fmla="*/ 34544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96010" y="457200"/>
                    </a:lnTo>
                    <a:lnTo>
                      <a:pt x="1447800" y="34544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53" name="object 54"/>
              <p:cNvSpPr>
                <a:spLocks/>
              </p:cNvSpPr>
              <p:nvPr/>
            </p:nvSpPr>
            <p:spPr bwMode="auto">
              <a:xfrm>
                <a:off x="698499" y="4965700"/>
                <a:ext cx="1447800" cy="457200"/>
              </a:xfrm>
              <a:custGeom>
                <a:avLst/>
                <a:gdLst>
                  <a:gd name="T0" fmla="*/ 0 w 1447800"/>
                  <a:gd name="T1" fmla="*/ 0 h 457200"/>
                  <a:gd name="T2" fmla="*/ 1447800 w 1447800"/>
                  <a:gd name="T3" fmla="*/ 0 h 457200"/>
                  <a:gd name="T4" fmla="*/ 1447800 w 1447800"/>
                  <a:gd name="T5" fmla="*/ 345440 h 457200"/>
                  <a:gd name="T6" fmla="*/ 109601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5440"/>
                    </a:lnTo>
                    <a:lnTo>
                      <a:pt x="109601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54" name="object 55"/>
              <p:cNvSpPr>
                <a:spLocks/>
              </p:cNvSpPr>
              <p:nvPr/>
            </p:nvSpPr>
            <p:spPr bwMode="auto">
              <a:xfrm>
                <a:off x="1794509" y="5311140"/>
                <a:ext cx="351790" cy="111760"/>
              </a:xfrm>
              <a:custGeom>
                <a:avLst/>
                <a:gdLst>
                  <a:gd name="T0" fmla="*/ 351799 w 351789"/>
                  <a:gd name="T1" fmla="*/ 0 h 111760"/>
                  <a:gd name="T2" fmla="*/ 187969 w 351789"/>
                  <a:gd name="T3" fmla="*/ 8890 h 111760"/>
                  <a:gd name="T4" fmla="*/ 165100 w 351789"/>
                  <a:gd name="T5" fmla="*/ 8890 h 111760"/>
                  <a:gd name="T6" fmla="*/ 143509 w 351789"/>
                  <a:gd name="T7" fmla="*/ 7620 h 111760"/>
                  <a:gd name="T8" fmla="*/ 119379 w 351789"/>
                  <a:gd name="T9" fmla="*/ 5080 h 111760"/>
                  <a:gd name="T10" fmla="*/ 91439 w 351789"/>
                  <a:gd name="T11" fmla="*/ 0 h 111760"/>
                  <a:gd name="T12" fmla="*/ 0 w 351789"/>
                  <a:gd name="T13" fmla="*/ 111760 h 111760"/>
                  <a:gd name="T14" fmla="*/ 351799 w 351789"/>
                  <a:gd name="T15" fmla="*/ 0 h 111760"/>
                  <a:gd name="T16" fmla="*/ 0 60000 65536"/>
                  <a:gd name="T17" fmla="*/ 0 60000 65536"/>
                  <a:gd name="T18" fmla="*/ 0 60000 65536"/>
                  <a:gd name="T19" fmla="*/ 0 60000 65536"/>
                  <a:gd name="T20" fmla="*/ 0 60000 65536"/>
                  <a:gd name="T21" fmla="*/ 0 60000 65536"/>
                  <a:gd name="T22" fmla="*/ 0 60000 65536"/>
                  <a:gd name="T23" fmla="*/ 0 60000 65536"/>
                  <a:gd name="T24" fmla="*/ 0 w 351789"/>
                  <a:gd name="T25" fmla="*/ 0 h 111760"/>
                  <a:gd name="T26" fmla="*/ 351789 w 351789"/>
                  <a:gd name="T27" fmla="*/ 111760 h 11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1789" h="111760">
                    <a:moveTo>
                      <a:pt x="351789" y="0"/>
                    </a:moveTo>
                    <a:lnTo>
                      <a:pt x="187959" y="8890"/>
                    </a:lnTo>
                    <a:lnTo>
                      <a:pt x="165100" y="8890"/>
                    </a:lnTo>
                    <a:lnTo>
                      <a:pt x="143509" y="7620"/>
                    </a:lnTo>
                    <a:lnTo>
                      <a:pt x="119379" y="5080"/>
                    </a:lnTo>
                    <a:lnTo>
                      <a:pt x="91439" y="0"/>
                    </a:lnTo>
                    <a:lnTo>
                      <a:pt x="0" y="111760"/>
                    </a:lnTo>
                    <a:lnTo>
                      <a:pt x="351789"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55" name="object 56"/>
              <p:cNvSpPr>
                <a:spLocks/>
              </p:cNvSpPr>
              <p:nvPr/>
            </p:nvSpPr>
            <p:spPr bwMode="auto">
              <a:xfrm>
                <a:off x="1794509" y="5311140"/>
                <a:ext cx="351790" cy="111760"/>
              </a:xfrm>
              <a:custGeom>
                <a:avLst/>
                <a:gdLst>
                  <a:gd name="T0" fmla="*/ 0 w 351789"/>
                  <a:gd name="T1" fmla="*/ 111760 h 111760"/>
                  <a:gd name="T2" fmla="*/ 91439 w 351789"/>
                  <a:gd name="T3" fmla="*/ 0 h 111760"/>
                  <a:gd name="T4" fmla="*/ 135219 w 351789"/>
                  <a:gd name="T5" fmla="*/ 7071 h 111760"/>
                  <a:gd name="T6" fmla="*/ 170098 w 351789"/>
                  <a:gd name="T7" fmla="*/ 9326 h 111760"/>
                  <a:gd name="T8" fmla="*/ 209133 w 351789"/>
                  <a:gd name="T9" fmla="*/ 8046 h 111760"/>
                  <a:gd name="T10" fmla="*/ 265348 w 351789"/>
                  <a:gd name="T11" fmla="*/ 4511 h 111760"/>
                  <a:gd name="T12" fmla="*/ 351799 w 351789"/>
                  <a:gd name="T13" fmla="*/ 0 h 111760"/>
                  <a:gd name="T14" fmla="*/ 0 w 351789"/>
                  <a:gd name="T15" fmla="*/ 111760 h 111760"/>
                  <a:gd name="T16" fmla="*/ 0 60000 65536"/>
                  <a:gd name="T17" fmla="*/ 0 60000 65536"/>
                  <a:gd name="T18" fmla="*/ 0 60000 65536"/>
                  <a:gd name="T19" fmla="*/ 0 60000 65536"/>
                  <a:gd name="T20" fmla="*/ 0 60000 65536"/>
                  <a:gd name="T21" fmla="*/ 0 60000 65536"/>
                  <a:gd name="T22" fmla="*/ 0 60000 65536"/>
                  <a:gd name="T23" fmla="*/ 0 60000 65536"/>
                  <a:gd name="T24" fmla="*/ 0 w 351789"/>
                  <a:gd name="T25" fmla="*/ 0 h 111760"/>
                  <a:gd name="T26" fmla="*/ 351789 w 351789"/>
                  <a:gd name="T27" fmla="*/ 111760 h 11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1789" h="111760">
                    <a:moveTo>
                      <a:pt x="0" y="111760"/>
                    </a:moveTo>
                    <a:lnTo>
                      <a:pt x="91439" y="0"/>
                    </a:lnTo>
                    <a:lnTo>
                      <a:pt x="135219" y="7071"/>
                    </a:lnTo>
                    <a:lnTo>
                      <a:pt x="170098" y="9326"/>
                    </a:lnTo>
                    <a:lnTo>
                      <a:pt x="209123" y="8046"/>
                    </a:lnTo>
                    <a:lnTo>
                      <a:pt x="265338" y="4511"/>
                    </a:lnTo>
                    <a:lnTo>
                      <a:pt x="351789" y="0"/>
                    </a:lnTo>
                    <a:lnTo>
                      <a:pt x="0" y="11176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56" name="object 57"/>
              <p:cNvSpPr>
                <a:spLocks/>
              </p:cNvSpPr>
              <p:nvPr/>
            </p:nvSpPr>
            <p:spPr bwMode="auto">
              <a:xfrm>
                <a:off x="685799" y="4953000"/>
                <a:ext cx="1447800" cy="457200"/>
              </a:xfrm>
              <a:custGeom>
                <a:avLst/>
                <a:gdLst>
                  <a:gd name="T0" fmla="*/ 1447800 w 1447800"/>
                  <a:gd name="T1" fmla="*/ 0 h 457200"/>
                  <a:gd name="T2" fmla="*/ 0 w 1447800"/>
                  <a:gd name="T3" fmla="*/ 0 h 457200"/>
                  <a:gd name="T4" fmla="*/ 0 w 1447800"/>
                  <a:gd name="T5" fmla="*/ 457200 h 457200"/>
                  <a:gd name="T6" fmla="*/ 1096010 w 1447800"/>
                  <a:gd name="T7" fmla="*/ 457200 h 457200"/>
                  <a:gd name="T8" fmla="*/ 1447800 w 1447800"/>
                  <a:gd name="T9" fmla="*/ 34544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96010" y="457200"/>
                    </a:lnTo>
                    <a:lnTo>
                      <a:pt x="1447800" y="345440"/>
                    </a:lnTo>
                    <a:lnTo>
                      <a:pt x="1447800" y="0"/>
                    </a:lnTo>
                    <a:close/>
                  </a:path>
                </a:pathLst>
              </a:custGeom>
              <a:solidFill>
                <a:srgbClr val="98CCFF">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57" name="object 58"/>
              <p:cNvSpPr>
                <a:spLocks/>
              </p:cNvSpPr>
              <p:nvPr/>
            </p:nvSpPr>
            <p:spPr bwMode="auto">
              <a:xfrm>
                <a:off x="685799" y="4953000"/>
                <a:ext cx="1447800" cy="457200"/>
              </a:xfrm>
              <a:custGeom>
                <a:avLst/>
                <a:gdLst>
                  <a:gd name="T0" fmla="*/ 0 w 1447800"/>
                  <a:gd name="T1" fmla="*/ 0 h 457200"/>
                  <a:gd name="T2" fmla="*/ 1447800 w 1447800"/>
                  <a:gd name="T3" fmla="*/ 0 h 457200"/>
                  <a:gd name="T4" fmla="*/ 1447800 w 1447800"/>
                  <a:gd name="T5" fmla="*/ 345440 h 457200"/>
                  <a:gd name="T6" fmla="*/ 109601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5440"/>
                    </a:lnTo>
                    <a:lnTo>
                      <a:pt x="109601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58" name="object 59"/>
              <p:cNvSpPr>
                <a:spLocks/>
              </p:cNvSpPr>
              <p:nvPr/>
            </p:nvSpPr>
            <p:spPr bwMode="auto">
              <a:xfrm>
                <a:off x="1781809" y="5298440"/>
                <a:ext cx="351790" cy="111760"/>
              </a:xfrm>
              <a:custGeom>
                <a:avLst/>
                <a:gdLst>
                  <a:gd name="T0" fmla="*/ 351799 w 351789"/>
                  <a:gd name="T1" fmla="*/ 0 h 111760"/>
                  <a:gd name="T2" fmla="*/ 187969 w 351789"/>
                  <a:gd name="T3" fmla="*/ 8890 h 111760"/>
                  <a:gd name="T4" fmla="*/ 166369 w 351789"/>
                  <a:gd name="T5" fmla="*/ 8890 h 111760"/>
                  <a:gd name="T6" fmla="*/ 144779 w 351789"/>
                  <a:gd name="T7" fmla="*/ 7620 h 111760"/>
                  <a:gd name="T8" fmla="*/ 120650 w 351789"/>
                  <a:gd name="T9" fmla="*/ 5080 h 111760"/>
                  <a:gd name="T10" fmla="*/ 91439 w 351789"/>
                  <a:gd name="T11" fmla="*/ 0 h 111760"/>
                  <a:gd name="T12" fmla="*/ 0 w 351789"/>
                  <a:gd name="T13" fmla="*/ 111760 h 111760"/>
                  <a:gd name="T14" fmla="*/ 351799 w 351789"/>
                  <a:gd name="T15" fmla="*/ 0 h 111760"/>
                  <a:gd name="T16" fmla="*/ 0 60000 65536"/>
                  <a:gd name="T17" fmla="*/ 0 60000 65536"/>
                  <a:gd name="T18" fmla="*/ 0 60000 65536"/>
                  <a:gd name="T19" fmla="*/ 0 60000 65536"/>
                  <a:gd name="T20" fmla="*/ 0 60000 65536"/>
                  <a:gd name="T21" fmla="*/ 0 60000 65536"/>
                  <a:gd name="T22" fmla="*/ 0 60000 65536"/>
                  <a:gd name="T23" fmla="*/ 0 60000 65536"/>
                  <a:gd name="T24" fmla="*/ 0 w 351789"/>
                  <a:gd name="T25" fmla="*/ 0 h 111760"/>
                  <a:gd name="T26" fmla="*/ 351789 w 351789"/>
                  <a:gd name="T27" fmla="*/ 111760 h 11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1789" h="111760">
                    <a:moveTo>
                      <a:pt x="351789" y="0"/>
                    </a:moveTo>
                    <a:lnTo>
                      <a:pt x="187959" y="8890"/>
                    </a:lnTo>
                    <a:lnTo>
                      <a:pt x="166369" y="8890"/>
                    </a:lnTo>
                    <a:lnTo>
                      <a:pt x="144779" y="7620"/>
                    </a:lnTo>
                    <a:lnTo>
                      <a:pt x="120650" y="5080"/>
                    </a:lnTo>
                    <a:lnTo>
                      <a:pt x="91439" y="0"/>
                    </a:lnTo>
                    <a:lnTo>
                      <a:pt x="0" y="111760"/>
                    </a:lnTo>
                    <a:lnTo>
                      <a:pt x="351789" y="0"/>
                    </a:lnTo>
                    <a:close/>
                  </a:path>
                </a:pathLst>
              </a:custGeom>
              <a:solidFill>
                <a:srgbClr val="82AEDA">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59" name="object 60"/>
              <p:cNvSpPr>
                <a:spLocks/>
              </p:cNvSpPr>
              <p:nvPr/>
            </p:nvSpPr>
            <p:spPr bwMode="auto">
              <a:xfrm>
                <a:off x="1781809" y="5298440"/>
                <a:ext cx="351790" cy="111760"/>
              </a:xfrm>
              <a:custGeom>
                <a:avLst/>
                <a:gdLst>
                  <a:gd name="T0" fmla="*/ 0 w 351789"/>
                  <a:gd name="T1" fmla="*/ 111760 h 111760"/>
                  <a:gd name="T2" fmla="*/ 91439 w 351789"/>
                  <a:gd name="T3" fmla="*/ 0 h 111760"/>
                  <a:gd name="T4" fmla="*/ 135219 w 351789"/>
                  <a:gd name="T5" fmla="*/ 7071 h 111760"/>
                  <a:gd name="T6" fmla="*/ 170098 w 351789"/>
                  <a:gd name="T7" fmla="*/ 9326 h 111760"/>
                  <a:gd name="T8" fmla="*/ 209133 w 351789"/>
                  <a:gd name="T9" fmla="*/ 8046 h 111760"/>
                  <a:gd name="T10" fmla="*/ 265348 w 351789"/>
                  <a:gd name="T11" fmla="*/ 4511 h 111760"/>
                  <a:gd name="T12" fmla="*/ 351799 w 351789"/>
                  <a:gd name="T13" fmla="*/ 0 h 111760"/>
                  <a:gd name="T14" fmla="*/ 0 w 351789"/>
                  <a:gd name="T15" fmla="*/ 111760 h 111760"/>
                  <a:gd name="T16" fmla="*/ 0 60000 65536"/>
                  <a:gd name="T17" fmla="*/ 0 60000 65536"/>
                  <a:gd name="T18" fmla="*/ 0 60000 65536"/>
                  <a:gd name="T19" fmla="*/ 0 60000 65536"/>
                  <a:gd name="T20" fmla="*/ 0 60000 65536"/>
                  <a:gd name="T21" fmla="*/ 0 60000 65536"/>
                  <a:gd name="T22" fmla="*/ 0 60000 65536"/>
                  <a:gd name="T23" fmla="*/ 0 60000 65536"/>
                  <a:gd name="T24" fmla="*/ 0 w 351789"/>
                  <a:gd name="T25" fmla="*/ 0 h 111760"/>
                  <a:gd name="T26" fmla="*/ 351789 w 351789"/>
                  <a:gd name="T27" fmla="*/ 111760 h 11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1789" h="111760">
                    <a:moveTo>
                      <a:pt x="0" y="111760"/>
                    </a:moveTo>
                    <a:lnTo>
                      <a:pt x="91439" y="0"/>
                    </a:lnTo>
                    <a:lnTo>
                      <a:pt x="135219" y="7071"/>
                    </a:lnTo>
                    <a:lnTo>
                      <a:pt x="170098" y="9326"/>
                    </a:lnTo>
                    <a:lnTo>
                      <a:pt x="209123" y="8046"/>
                    </a:lnTo>
                    <a:lnTo>
                      <a:pt x="265338" y="4511"/>
                    </a:lnTo>
                    <a:lnTo>
                      <a:pt x="351789" y="0"/>
                    </a:lnTo>
                    <a:lnTo>
                      <a:pt x="0" y="11176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60" name="object 61"/>
            <p:cNvSpPr txBox="1"/>
            <p:nvPr/>
          </p:nvSpPr>
          <p:spPr>
            <a:xfrm>
              <a:off x="987425" y="5026025"/>
              <a:ext cx="846138" cy="197490"/>
            </a:xfrm>
            <a:prstGeom prst="rect">
              <a:avLst/>
            </a:prstGeom>
          </p:spPr>
          <p:txBody>
            <a:bodyPr lIns="0" tIns="12700" rIns="0" bIns="0">
              <a:spAutoFit/>
            </a:bodyPr>
            <a:lstStyle/>
            <a:p>
              <a:pPr marL="12700">
                <a:spcBef>
                  <a:spcPts val="100"/>
                </a:spcBef>
                <a:defRPr/>
              </a:pPr>
              <a:r>
                <a:rPr sz="1200" b="1" spc="-5" dirty="0">
                  <a:solidFill>
                    <a:srgbClr val="000098"/>
                  </a:solidFill>
                  <a:latin typeface="Times New Roman" pitchFamily="18" charset="0"/>
                  <a:cs typeface="Times New Roman" pitchFamily="18" charset="0"/>
                </a:rPr>
                <a:t>DATA</a:t>
              </a:r>
              <a:r>
                <a:rPr sz="1200" b="1" spc="-75" dirty="0">
                  <a:solidFill>
                    <a:srgbClr val="000098"/>
                  </a:solidFill>
                  <a:latin typeface="Times New Roman" pitchFamily="18" charset="0"/>
                  <a:cs typeface="Times New Roman" pitchFamily="18" charset="0"/>
                </a:rPr>
                <a:t> </a:t>
              </a:r>
              <a:r>
                <a:rPr sz="1200" b="1" dirty="0">
                  <a:solidFill>
                    <a:srgbClr val="000098"/>
                  </a:solidFill>
                  <a:latin typeface="Times New Roman" pitchFamily="18" charset="0"/>
                  <a:cs typeface="Times New Roman" pitchFamily="18" charset="0"/>
                </a:rPr>
                <a:t>LINK</a:t>
              </a:r>
              <a:endParaRPr sz="1200" b="1">
                <a:latin typeface="Times New Roman" pitchFamily="18" charset="0"/>
                <a:cs typeface="Times New Roman" pitchFamily="18" charset="0"/>
              </a:endParaRPr>
            </a:p>
          </p:txBody>
        </p:sp>
        <p:grpSp>
          <p:nvGrpSpPr>
            <p:cNvPr id="361" name="object 62"/>
            <p:cNvGrpSpPr>
              <a:grpSpLocks/>
            </p:cNvGrpSpPr>
            <p:nvPr/>
          </p:nvGrpSpPr>
          <p:grpSpPr bwMode="auto">
            <a:xfrm>
              <a:off x="681038" y="5710238"/>
              <a:ext cx="1470025" cy="479425"/>
              <a:chOff x="681037" y="5710237"/>
              <a:chExt cx="1470025" cy="479425"/>
            </a:xfrm>
          </p:grpSpPr>
          <p:sp>
            <p:nvSpPr>
              <p:cNvPr id="362" name="object 63"/>
              <p:cNvSpPr>
                <a:spLocks/>
              </p:cNvSpPr>
              <p:nvPr/>
            </p:nvSpPr>
            <p:spPr bwMode="auto">
              <a:xfrm>
                <a:off x="698500" y="5727700"/>
                <a:ext cx="1447800" cy="457200"/>
              </a:xfrm>
              <a:custGeom>
                <a:avLst/>
                <a:gdLst>
                  <a:gd name="T0" fmla="*/ 1447800 w 1447800"/>
                  <a:gd name="T1" fmla="*/ 0 h 457200"/>
                  <a:gd name="T2" fmla="*/ 0 w 1447800"/>
                  <a:gd name="T3" fmla="*/ 0 h 457200"/>
                  <a:gd name="T4" fmla="*/ 0 w 1447800"/>
                  <a:gd name="T5" fmla="*/ 457200 h 457200"/>
                  <a:gd name="T6" fmla="*/ 1083310 w 1447800"/>
                  <a:gd name="T7" fmla="*/ 457200 h 457200"/>
                  <a:gd name="T8" fmla="*/ 1447800 w 1447800"/>
                  <a:gd name="T9" fmla="*/ 34163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83310" y="457200"/>
                    </a:lnTo>
                    <a:lnTo>
                      <a:pt x="1447800" y="34163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63" name="object 64"/>
              <p:cNvSpPr>
                <a:spLocks/>
              </p:cNvSpPr>
              <p:nvPr/>
            </p:nvSpPr>
            <p:spPr bwMode="auto">
              <a:xfrm>
                <a:off x="698500" y="5727700"/>
                <a:ext cx="1447800" cy="457200"/>
              </a:xfrm>
              <a:custGeom>
                <a:avLst/>
                <a:gdLst>
                  <a:gd name="T0" fmla="*/ 0 w 1447800"/>
                  <a:gd name="T1" fmla="*/ 0 h 457200"/>
                  <a:gd name="T2" fmla="*/ 1447800 w 1447800"/>
                  <a:gd name="T3" fmla="*/ 0 h 457200"/>
                  <a:gd name="T4" fmla="*/ 1447800 w 1447800"/>
                  <a:gd name="T5" fmla="*/ 341630 h 457200"/>
                  <a:gd name="T6" fmla="*/ 108331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1630"/>
                    </a:lnTo>
                    <a:lnTo>
                      <a:pt x="108331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64" name="object 65"/>
              <p:cNvSpPr>
                <a:spLocks/>
              </p:cNvSpPr>
              <p:nvPr/>
            </p:nvSpPr>
            <p:spPr bwMode="auto">
              <a:xfrm>
                <a:off x="1781810" y="6069329"/>
                <a:ext cx="364490" cy="115570"/>
              </a:xfrm>
              <a:custGeom>
                <a:avLst/>
                <a:gdLst>
                  <a:gd name="T0" fmla="*/ 364499 w 364489"/>
                  <a:gd name="T1" fmla="*/ 0 h 115570"/>
                  <a:gd name="T2" fmla="*/ 195589 w 364489"/>
                  <a:gd name="T3" fmla="*/ 8890 h 115570"/>
                  <a:gd name="T4" fmla="*/ 171450 w 364489"/>
                  <a:gd name="T5" fmla="*/ 8890 h 115570"/>
                  <a:gd name="T6" fmla="*/ 149859 w 364489"/>
                  <a:gd name="T7" fmla="*/ 7620 h 115570"/>
                  <a:gd name="T8" fmla="*/ 124459 w 364489"/>
                  <a:gd name="T9" fmla="*/ 5080 h 115570"/>
                  <a:gd name="T10" fmla="*/ 93979 w 364489"/>
                  <a:gd name="T11" fmla="*/ 0 h 115570"/>
                  <a:gd name="T12" fmla="*/ 0 w 364489"/>
                  <a:gd name="T13" fmla="*/ 115570 h 115570"/>
                  <a:gd name="T14" fmla="*/ 364499 w 364489"/>
                  <a:gd name="T15" fmla="*/ 0 h 115570"/>
                  <a:gd name="T16" fmla="*/ 0 60000 65536"/>
                  <a:gd name="T17" fmla="*/ 0 60000 65536"/>
                  <a:gd name="T18" fmla="*/ 0 60000 65536"/>
                  <a:gd name="T19" fmla="*/ 0 60000 65536"/>
                  <a:gd name="T20" fmla="*/ 0 60000 65536"/>
                  <a:gd name="T21" fmla="*/ 0 60000 65536"/>
                  <a:gd name="T22" fmla="*/ 0 60000 65536"/>
                  <a:gd name="T23" fmla="*/ 0 60000 65536"/>
                  <a:gd name="T24" fmla="*/ 0 w 364489"/>
                  <a:gd name="T25" fmla="*/ 0 h 115570"/>
                  <a:gd name="T26" fmla="*/ 364489 w 364489"/>
                  <a:gd name="T27" fmla="*/ 115570 h 1155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4489" h="115570">
                    <a:moveTo>
                      <a:pt x="364489" y="0"/>
                    </a:moveTo>
                    <a:lnTo>
                      <a:pt x="195579" y="8890"/>
                    </a:lnTo>
                    <a:lnTo>
                      <a:pt x="171450" y="8890"/>
                    </a:lnTo>
                    <a:lnTo>
                      <a:pt x="149859" y="7620"/>
                    </a:lnTo>
                    <a:lnTo>
                      <a:pt x="124459" y="5080"/>
                    </a:lnTo>
                    <a:lnTo>
                      <a:pt x="93979" y="0"/>
                    </a:lnTo>
                    <a:lnTo>
                      <a:pt x="0" y="115570"/>
                    </a:lnTo>
                    <a:lnTo>
                      <a:pt x="364489"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65" name="object 66"/>
              <p:cNvSpPr>
                <a:spLocks/>
              </p:cNvSpPr>
              <p:nvPr/>
            </p:nvSpPr>
            <p:spPr bwMode="auto">
              <a:xfrm>
                <a:off x="1781810" y="6069329"/>
                <a:ext cx="364490" cy="115570"/>
              </a:xfrm>
              <a:custGeom>
                <a:avLst/>
                <a:gdLst>
                  <a:gd name="T0" fmla="*/ 0 w 364489"/>
                  <a:gd name="T1" fmla="*/ 115570 h 115570"/>
                  <a:gd name="T2" fmla="*/ 93979 w 364489"/>
                  <a:gd name="T3" fmla="*/ 0 h 115570"/>
                  <a:gd name="T4" fmla="*/ 133067 w 364489"/>
                  <a:gd name="T5" fmla="*/ 6261 h 115570"/>
                  <a:gd name="T6" fmla="*/ 164112 w 364489"/>
                  <a:gd name="T7" fmla="*/ 9031 h 115570"/>
                  <a:gd name="T8" fmla="*/ 194954 w 364489"/>
                  <a:gd name="T9" fmla="*/ 9048 h 115570"/>
                  <a:gd name="T10" fmla="*/ 233407 w 364489"/>
                  <a:gd name="T11" fmla="*/ 7055 h 115570"/>
                  <a:gd name="T12" fmla="*/ 287312 w 364489"/>
                  <a:gd name="T13" fmla="*/ 3792 h 115570"/>
                  <a:gd name="T14" fmla="*/ 364499 w 364489"/>
                  <a:gd name="T15" fmla="*/ 0 h 115570"/>
                  <a:gd name="T16" fmla="*/ 0 w 364489"/>
                  <a:gd name="T17" fmla="*/ 115570 h 1155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4489"/>
                  <a:gd name="T28" fmla="*/ 0 h 115570"/>
                  <a:gd name="T29" fmla="*/ 364489 w 364489"/>
                  <a:gd name="T30" fmla="*/ 115570 h 1155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4489" h="115570">
                    <a:moveTo>
                      <a:pt x="0" y="115570"/>
                    </a:moveTo>
                    <a:lnTo>
                      <a:pt x="93979" y="0"/>
                    </a:lnTo>
                    <a:lnTo>
                      <a:pt x="133067" y="6261"/>
                    </a:lnTo>
                    <a:lnTo>
                      <a:pt x="164112" y="9031"/>
                    </a:lnTo>
                    <a:lnTo>
                      <a:pt x="194944" y="9048"/>
                    </a:lnTo>
                    <a:lnTo>
                      <a:pt x="233397" y="7055"/>
                    </a:lnTo>
                    <a:lnTo>
                      <a:pt x="287302" y="3792"/>
                    </a:lnTo>
                    <a:lnTo>
                      <a:pt x="364489" y="0"/>
                    </a:lnTo>
                    <a:lnTo>
                      <a:pt x="0" y="11557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66" name="object 67"/>
              <p:cNvSpPr>
                <a:spLocks/>
              </p:cNvSpPr>
              <p:nvPr/>
            </p:nvSpPr>
            <p:spPr bwMode="auto">
              <a:xfrm>
                <a:off x="685800" y="5715000"/>
                <a:ext cx="1447800" cy="457200"/>
              </a:xfrm>
              <a:custGeom>
                <a:avLst/>
                <a:gdLst>
                  <a:gd name="T0" fmla="*/ 1447800 w 1447800"/>
                  <a:gd name="T1" fmla="*/ 0 h 457200"/>
                  <a:gd name="T2" fmla="*/ 0 w 1447800"/>
                  <a:gd name="T3" fmla="*/ 0 h 457200"/>
                  <a:gd name="T4" fmla="*/ 0 w 1447800"/>
                  <a:gd name="T5" fmla="*/ 457200 h 457200"/>
                  <a:gd name="T6" fmla="*/ 1083310 w 1447800"/>
                  <a:gd name="T7" fmla="*/ 457200 h 457200"/>
                  <a:gd name="T8" fmla="*/ 1447800 w 1447800"/>
                  <a:gd name="T9" fmla="*/ 34163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83310" y="457200"/>
                    </a:lnTo>
                    <a:lnTo>
                      <a:pt x="1447800" y="341630"/>
                    </a:lnTo>
                    <a:lnTo>
                      <a:pt x="1447800" y="0"/>
                    </a:lnTo>
                    <a:close/>
                  </a:path>
                </a:pathLst>
              </a:custGeom>
              <a:solidFill>
                <a:srgbClr val="CC98FF">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67" name="object 68"/>
              <p:cNvSpPr>
                <a:spLocks/>
              </p:cNvSpPr>
              <p:nvPr/>
            </p:nvSpPr>
            <p:spPr bwMode="auto">
              <a:xfrm>
                <a:off x="685800" y="5715000"/>
                <a:ext cx="1447800" cy="457200"/>
              </a:xfrm>
              <a:custGeom>
                <a:avLst/>
                <a:gdLst>
                  <a:gd name="T0" fmla="*/ 0 w 1447800"/>
                  <a:gd name="T1" fmla="*/ 0 h 457200"/>
                  <a:gd name="T2" fmla="*/ 1447800 w 1447800"/>
                  <a:gd name="T3" fmla="*/ 0 h 457200"/>
                  <a:gd name="T4" fmla="*/ 1447800 w 1447800"/>
                  <a:gd name="T5" fmla="*/ 341630 h 457200"/>
                  <a:gd name="T6" fmla="*/ 108331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1630"/>
                    </a:lnTo>
                    <a:lnTo>
                      <a:pt x="108331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68" name="object 69"/>
              <p:cNvSpPr>
                <a:spLocks/>
              </p:cNvSpPr>
              <p:nvPr/>
            </p:nvSpPr>
            <p:spPr bwMode="auto">
              <a:xfrm>
                <a:off x="1769110" y="6056629"/>
                <a:ext cx="364490" cy="115570"/>
              </a:xfrm>
              <a:custGeom>
                <a:avLst/>
                <a:gdLst>
                  <a:gd name="T0" fmla="*/ 364499 w 364489"/>
                  <a:gd name="T1" fmla="*/ 0 h 115570"/>
                  <a:gd name="T2" fmla="*/ 195589 w 364489"/>
                  <a:gd name="T3" fmla="*/ 8890 h 115570"/>
                  <a:gd name="T4" fmla="*/ 149859 w 364489"/>
                  <a:gd name="T5" fmla="*/ 8890 h 115570"/>
                  <a:gd name="T6" fmla="*/ 124459 w 364489"/>
                  <a:gd name="T7" fmla="*/ 5080 h 115570"/>
                  <a:gd name="T8" fmla="*/ 93979 w 364489"/>
                  <a:gd name="T9" fmla="*/ 0 h 115570"/>
                  <a:gd name="T10" fmla="*/ 0 w 364489"/>
                  <a:gd name="T11" fmla="*/ 115570 h 115570"/>
                  <a:gd name="T12" fmla="*/ 364499 w 364489"/>
                  <a:gd name="T13" fmla="*/ 0 h 115570"/>
                  <a:gd name="T14" fmla="*/ 0 60000 65536"/>
                  <a:gd name="T15" fmla="*/ 0 60000 65536"/>
                  <a:gd name="T16" fmla="*/ 0 60000 65536"/>
                  <a:gd name="T17" fmla="*/ 0 60000 65536"/>
                  <a:gd name="T18" fmla="*/ 0 60000 65536"/>
                  <a:gd name="T19" fmla="*/ 0 60000 65536"/>
                  <a:gd name="T20" fmla="*/ 0 60000 65536"/>
                  <a:gd name="T21" fmla="*/ 0 w 364489"/>
                  <a:gd name="T22" fmla="*/ 0 h 115570"/>
                  <a:gd name="T23" fmla="*/ 364489 w 364489"/>
                  <a:gd name="T24" fmla="*/ 115570 h 115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89" h="115570">
                    <a:moveTo>
                      <a:pt x="364489" y="0"/>
                    </a:moveTo>
                    <a:lnTo>
                      <a:pt x="195579" y="8890"/>
                    </a:lnTo>
                    <a:lnTo>
                      <a:pt x="149859" y="8890"/>
                    </a:lnTo>
                    <a:lnTo>
                      <a:pt x="124459" y="5080"/>
                    </a:lnTo>
                    <a:lnTo>
                      <a:pt x="93979" y="0"/>
                    </a:lnTo>
                    <a:lnTo>
                      <a:pt x="0" y="115570"/>
                    </a:lnTo>
                    <a:lnTo>
                      <a:pt x="364489" y="0"/>
                    </a:lnTo>
                    <a:close/>
                  </a:path>
                </a:pathLst>
              </a:custGeom>
              <a:solidFill>
                <a:srgbClr val="AE82DA">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69" name="object 70"/>
              <p:cNvSpPr>
                <a:spLocks/>
              </p:cNvSpPr>
              <p:nvPr/>
            </p:nvSpPr>
            <p:spPr bwMode="auto">
              <a:xfrm>
                <a:off x="1769110" y="6056629"/>
                <a:ext cx="364490" cy="115570"/>
              </a:xfrm>
              <a:custGeom>
                <a:avLst/>
                <a:gdLst>
                  <a:gd name="T0" fmla="*/ 0 w 364489"/>
                  <a:gd name="T1" fmla="*/ 115570 h 115570"/>
                  <a:gd name="T2" fmla="*/ 93979 w 364489"/>
                  <a:gd name="T3" fmla="*/ 0 h 115570"/>
                  <a:gd name="T4" fmla="*/ 133067 w 364489"/>
                  <a:gd name="T5" fmla="*/ 6261 h 115570"/>
                  <a:gd name="T6" fmla="*/ 164112 w 364489"/>
                  <a:gd name="T7" fmla="*/ 9031 h 115570"/>
                  <a:gd name="T8" fmla="*/ 194954 w 364489"/>
                  <a:gd name="T9" fmla="*/ 9048 h 115570"/>
                  <a:gd name="T10" fmla="*/ 233407 w 364489"/>
                  <a:gd name="T11" fmla="*/ 7055 h 115570"/>
                  <a:gd name="T12" fmla="*/ 287312 w 364489"/>
                  <a:gd name="T13" fmla="*/ 3792 h 115570"/>
                  <a:gd name="T14" fmla="*/ 364499 w 364489"/>
                  <a:gd name="T15" fmla="*/ 0 h 115570"/>
                  <a:gd name="T16" fmla="*/ 0 w 364489"/>
                  <a:gd name="T17" fmla="*/ 115570 h 1155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4489"/>
                  <a:gd name="T28" fmla="*/ 0 h 115570"/>
                  <a:gd name="T29" fmla="*/ 364489 w 364489"/>
                  <a:gd name="T30" fmla="*/ 115570 h 1155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4489" h="115570">
                    <a:moveTo>
                      <a:pt x="0" y="115570"/>
                    </a:moveTo>
                    <a:lnTo>
                      <a:pt x="93979" y="0"/>
                    </a:lnTo>
                    <a:lnTo>
                      <a:pt x="133067" y="6261"/>
                    </a:lnTo>
                    <a:lnTo>
                      <a:pt x="164112" y="9031"/>
                    </a:lnTo>
                    <a:lnTo>
                      <a:pt x="194944" y="9048"/>
                    </a:lnTo>
                    <a:lnTo>
                      <a:pt x="233397" y="7055"/>
                    </a:lnTo>
                    <a:lnTo>
                      <a:pt x="287302" y="3792"/>
                    </a:lnTo>
                    <a:lnTo>
                      <a:pt x="364489" y="0"/>
                    </a:lnTo>
                    <a:lnTo>
                      <a:pt x="0" y="11557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70" name="object 71"/>
            <p:cNvSpPr txBox="1"/>
            <p:nvPr/>
          </p:nvSpPr>
          <p:spPr>
            <a:xfrm>
              <a:off x="1012825" y="5786438"/>
              <a:ext cx="796925" cy="197490"/>
            </a:xfrm>
            <a:prstGeom prst="rect">
              <a:avLst/>
            </a:prstGeom>
          </p:spPr>
          <p:txBody>
            <a:bodyPr lIns="0" tIns="12700" rIns="0" bIns="0">
              <a:spAutoFit/>
            </a:bodyPr>
            <a:lstStyle/>
            <a:p>
              <a:pPr marL="12700">
                <a:spcBef>
                  <a:spcPts val="100"/>
                </a:spcBef>
                <a:defRPr/>
              </a:pPr>
              <a:r>
                <a:rPr sz="1200" b="1" spc="-5" dirty="0">
                  <a:solidFill>
                    <a:srgbClr val="7F007F"/>
                  </a:solidFill>
                  <a:latin typeface="Times New Roman" pitchFamily="18" charset="0"/>
                  <a:cs typeface="Times New Roman" pitchFamily="18" charset="0"/>
                </a:rPr>
                <a:t>PHYSICAL</a:t>
              </a:r>
              <a:endParaRPr sz="1200" b="1">
                <a:latin typeface="Times New Roman" pitchFamily="18" charset="0"/>
                <a:cs typeface="Times New Roman" pitchFamily="18" charset="0"/>
              </a:endParaRPr>
            </a:p>
          </p:txBody>
        </p:sp>
        <p:grpSp>
          <p:nvGrpSpPr>
            <p:cNvPr id="371" name="object 72"/>
            <p:cNvGrpSpPr>
              <a:grpSpLocks/>
            </p:cNvGrpSpPr>
            <p:nvPr/>
          </p:nvGrpSpPr>
          <p:grpSpPr bwMode="auto">
            <a:xfrm>
              <a:off x="7081838" y="1138238"/>
              <a:ext cx="1470025" cy="479425"/>
              <a:chOff x="7081927" y="1138327"/>
              <a:chExt cx="1470025" cy="479425"/>
            </a:xfrm>
          </p:grpSpPr>
          <p:sp>
            <p:nvSpPr>
              <p:cNvPr id="372" name="object 73"/>
              <p:cNvSpPr>
                <a:spLocks/>
              </p:cNvSpPr>
              <p:nvPr/>
            </p:nvSpPr>
            <p:spPr bwMode="auto">
              <a:xfrm>
                <a:off x="7099299" y="1155700"/>
                <a:ext cx="1447800" cy="457200"/>
              </a:xfrm>
              <a:custGeom>
                <a:avLst/>
                <a:gdLst>
                  <a:gd name="T0" fmla="*/ 1447800 w 1447800"/>
                  <a:gd name="T1" fmla="*/ 0 h 457200"/>
                  <a:gd name="T2" fmla="*/ 0 w 1447800"/>
                  <a:gd name="T3" fmla="*/ 0 h 457200"/>
                  <a:gd name="T4" fmla="*/ 0 w 1447800"/>
                  <a:gd name="T5" fmla="*/ 457200 h 457200"/>
                  <a:gd name="T6" fmla="*/ 1149350 w 1447800"/>
                  <a:gd name="T7" fmla="*/ 457200 h 457200"/>
                  <a:gd name="T8" fmla="*/ 1447800 w 1447800"/>
                  <a:gd name="T9" fmla="*/ 36322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49350" y="457200"/>
                    </a:lnTo>
                    <a:lnTo>
                      <a:pt x="1447800" y="36322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73" name="object 74"/>
              <p:cNvSpPr>
                <a:spLocks/>
              </p:cNvSpPr>
              <p:nvPr/>
            </p:nvSpPr>
            <p:spPr bwMode="auto">
              <a:xfrm>
                <a:off x="7099299" y="1155700"/>
                <a:ext cx="1447800" cy="457200"/>
              </a:xfrm>
              <a:custGeom>
                <a:avLst/>
                <a:gdLst>
                  <a:gd name="T0" fmla="*/ 0 w 1447800"/>
                  <a:gd name="T1" fmla="*/ 0 h 457200"/>
                  <a:gd name="T2" fmla="*/ 1447800 w 1447800"/>
                  <a:gd name="T3" fmla="*/ 0 h 457200"/>
                  <a:gd name="T4" fmla="*/ 1447800 w 1447800"/>
                  <a:gd name="T5" fmla="*/ 363220 h 457200"/>
                  <a:gd name="T6" fmla="*/ 11493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63220"/>
                    </a:lnTo>
                    <a:lnTo>
                      <a:pt x="114935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74" name="object 75"/>
              <p:cNvSpPr>
                <a:spLocks/>
              </p:cNvSpPr>
              <p:nvPr/>
            </p:nvSpPr>
            <p:spPr bwMode="auto">
              <a:xfrm>
                <a:off x="8248649" y="1518920"/>
                <a:ext cx="298450" cy="93980"/>
              </a:xfrm>
              <a:custGeom>
                <a:avLst/>
                <a:gdLst>
                  <a:gd name="T0" fmla="*/ 298450 w 298450"/>
                  <a:gd name="T1" fmla="*/ 0 h 93980"/>
                  <a:gd name="T2" fmla="*/ 160020 w 298450"/>
                  <a:gd name="T3" fmla="*/ 7619 h 93980"/>
                  <a:gd name="T4" fmla="*/ 140970 w 298450"/>
                  <a:gd name="T5" fmla="*/ 7619 h 93980"/>
                  <a:gd name="T6" fmla="*/ 121920 w 298450"/>
                  <a:gd name="T7" fmla="*/ 6350 h 93980"/>
                  <a:gd name="T8" fmla="*/ 102870 w 298450"/>
                  <a:gd name="T9" fmla="*/ 3809 h 93980"/>
                  <a:gd name="T10" fmla="*/ 77470 w 298450"/>
                  <a:gd name="T11" fmla="*/ 0 h 93980"/>
                  <a:gd name="T12" fmla="*/ 0 w 298450"/>
                  <a:gd name="T13" fmla="*/ 93979 h 93980"/>
                  <a:gd name="T14" fmla="*/ 298450 w 298450"/>
                  <a:gd name="T15" fmla="*/ 0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298450" y="0"/>
                    </a:moveTo>
                    <a:lnTo>
                      <a:pt x="160020" y="7619"/>
                    </a:lnTo>
                    <a:lnTo>
                      <a:pt x="140970" y="7619"/>
                    </a:lnTo>
                    <a:lnTo>
                      <a:pt x="121920" y="6350"/>
                    </a:lnTo>
                    <a:lnTo>
                      <a:pt x="102870" y="3809"/>
                    </a:lnTo>
                    <a:lnTo>
                      <a:pt x="77470" y="0"/>
                    </a:lnTo>
                    <a:lnTo>
                      <a:pt x="0" y="93979"/>
                    </a:lnTo>
                    <a:lnTo>
                      <a:pt x="29845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75" name="object 76"/>
              <p:cNvSpPr>
                <a:spLocks/>
              </p:cNvSpPr>
              <p:nvPr/>
            </p:nvSpPr>
            <p:spPr bwMode="auto">
              <a:xfrm>
                <a:off x="8248649" y="1518920"/>
                <a:ext cx="298450" cy="93980"/>
              </a:xfrm>
              <a:custGeom>
                <a:avLst/>
                <a:gdLst>
                  <a:gd name="T0" fmla="*/ 0 w 298450"/>
                  <a:gd name="T1" fmla="*/ 93979 h 93980"/>
                  <a:gd name="T2" fmla="*/ 77470 w 298450"/>
                  <a:gd name="T3" fmla="*/ 0 h 93980"/>
                  <a:gd name="T4" fmla="*/ 114960 w 298450"/>
                  <a:gd name="T5" fmla="*/ 5364 h 93980"/>
                  <a:gd name="T6" fmla="*/ 144830 w 298450"/>
                  <a:gd name="T7" fmla="*/ 6949 h 93980"/>
                  <a:gd name="T8" fmla="*/ 178053 w 298450"/>
                  <a:gd name="T9" fmla="*/ 5852 h 93980"/>
                  <a:gd name="T10" fmla="*/ 225602 w 298450"/>
                  <a:gd name="T11" fmla="*/ 3169 h 93980"/>
                  <a:gd name="T12" fmla="*/ 298450 w 298450"/>
                  <a:gd name="T13" fmla="*/ 0 h 93980"/>
                  <a:gd name="T14" fmla="*/ 0 w 298450"/>
                  <a:gd name="T15" fmla="*/ 93979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0" y="93979"/>
                    </a:moveTo>
                    <a:lnTo>
                      <a:pt x="77470" y="0"/>
                    </a:lnTo>
                    <a:lnTo>
                      <a:pt x="114960" y="5364"/>
                    </a:lnTo>
                    <a:lnTo>
                      <a:pt x="144830" y="6949"/>
                    </a:lnTo>
                    <a:lnTo>
                      <a:pt x="178053" y="5852"/>
                    </a:lnTo>
                    <a:lnTo>
                      <a:pt x="225602" y="3169"/>
                    </a:lnTo>
                    <a:lnTo>
                      <a:pt x="298450" y="0"/>
                    </a:lnTo>
                    <a:lnTo>
                      <a:pt x="0" y="93979"/>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76" name="object 77"/>
              <p:cNvSpPr>
                <a:spLocks/>
              </p:cNvSpPr>
              <p:nvPr/>
            </p:nvSpPr>
            <p:spPr bwMode="auto">
              <a:xfrm>
                <a:off x="7086599" y="1143000"/>
                <a:ext cx="1447800" cy="457200"/>
              </a:xfrm>
              <a:custGeom>
                <a:avLst/>
                <a:gdLst>
                  <a:gd name="T0" fmla="*/ 1447800 w 1447800"/>
                  <a:gd name="T1" fmla="*/ 0 h 457200"/>
                  <a:gd name="T2" fmla="*/ 0 w 1447800"/>
                  <a:gd name="T3" fmla="*/ 0 h 457200"/>
                  <a:gd name="T4" fmla="*/ 0 w 1447800"/>
                  <a:gd name="T5" fmla="*/ 457200 h 457200"/>
                  <a:gd name="T6" fmla="*/ 1149350 w 1447800"/>
                  <a:gd name="T7" fmla="*/ 457200 h 457200"/>
                  <a:gd name="T8" fmla="*/ 1447800 w 1447800"/>
                  <a:gd name="T9" fmla="*/ 36322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49350" y="457200"/>
                    </a:lnTo>
                    <a:lnTo>
                      <a:pt x="1447800" y="363220"/>
                    </a:lnTo>
                    <a:lnTo>
                      <a:pt x="1447800" y="0"/>
                    </a:lnTo>
                    <a:close/>
                  </a:path>
                </a:pathLst>
              </a:custGeom>
              <a:solidFill>
                <a:srgbClr val="986600">
                  <a:alpha val="85097"/>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77" name="object 78"/>
              <p:cNvSpPr>
                <a:spLocks/>
              </p:cNvSpPr>
              <p:nvPr/>
            </p:nvSpPr>
            <p:spPr bwMode="auto">
              <a:xfrm>
                <a:off x="7086599" y="1143000"/>
                <a:ext cx="1447800" cy="457200"/>
              </a:xfrm>
              <a:custGeom>
                <a:avLst/>
                <a:gdLst>
                  <a:gd name="T0" fmla="*/ 0 w 1447800"/>
                  <a:gd name="T1" fmla="*/ 0 h 457200"/>
                  <a:gd name="T2" fmla="*/ 1447800 w 1447800"/>
                  <a:gd name="T3" fmla="*/ 0 h 457200"/>
                  <a:gd name="T4" fmla="*/ 1447800 w 1447800"/>
                  <a:gd name="T5" fmla="*/ 363220 h 457200"/>
                  <a:gd name="T6" fmla="*/ 11493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63220"/>
                    </a:lnTo>
                    <a:lnTo>
                      <a:pt x="114935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78" name="object 79"/>
              <p:cNvSpPr>
                <a:spLocks/>
              </p:cNvSpPr>
              <p:nvPr/>
            </p:nvSpPr>
            <p:spPr bwMode="auto">
              <a:xfrm>
                <a:off x="8235949" y="1506220"/>
                <a:ext cx="298450" cy="93980"/>
              </a:xfrm>
              <a:custGeom>
                <a:avLst/>
                <a:gdLst>
                  <a:gd name="T0" fmla="*/ 298450 w 298450"/>
                  <a:gd name="T1" fmla="*/ 0 h 93980"/>
                  <a:gd name="T2" fmla="*/ 160020 w 298450"/>
                  <a:gd name="T3" fmla="*/ 7619 h 93980"/>
                  <a:gd name="T4" fmla="*/ 140970 w 298450"/>
                  <a:gd name="T5" fmla="*/ 7619 h 93980"/>
                  <a:gd name="T6" fmla="*/ 121920 w 298450"/>
                  <a:gd name="T7" fmla="*/ 6350 h 93980"/>
                  <a:gd name="T8" fmla="*/ 102870 w 298450"/>
                  <a:gd name="T9" fmla="*/ 3809 h 93980"/>
                  <a:gd name="T10" fmla="*/ 77470 w 298450"/>
                  <a:gd name="T11" fmla="*/ 0 h 93980"/>
                  <a:gd name="T12" fmla="*/ 0 w 298450"/>
                  <a:gd name="T13" fmla="*/ 93979 h 93980"/>
                  <a:gd name="T14" fmla="*/ 298450 w 298450"/>
                  <a:gd name="T15" fmla="*/ 0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298450" y="0"/>
                    </a:moveTo>
                    <a:lnTo>
                      <a:pt x="160020" y="7619"/>
                    </a:lnTo>
                    <a:lnTo>
                      <a:pt x="140970" y="7619"/>
                    </a:lnTo>
                    <a:lnTo>
                      <a:pt x="121920" y="6350"/>
                    </a:lnTo>
                    <a:lnTo>
                      <a:pt x="102870" y="3809"/>
                    </a:lnTo>
                    <a:lnTo>
                      <a:pt x="77470" y="0"/>
                    </a:lnTo>
                    <a:lnTo>
                      <a:pt x="0" y="93979"/>
                    </a:lnTo>
                    <a:lnTo>
                      <a:pt x="298450" y="0"/>
                    </a:lnTo>
                    <a:close/>
                  </a:path>
                </a:pathLst>
              </a:custGeom>
              <a:solidFill>
                <a:srgbClr val="825600">
                  <a:alpha val="85097"/>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79" name="object 80"/>
              <p:cNvSpPr>
                <a:spLocks/>
              </p:cNvSpPr>
              <p:nvPr/>
            </p:nvSpPr>
            <p:spPr bwMode="auto">
              <a:xfrm>
                <a:off x="8235949" y="1506220"/>
                <a:ext cx="298450" cy="93980"/>
              </a:xfrm>
              <a:custGeom>
                <a:avLst/>
                <a:gdLst>
                  <a:gd name="T0" fmla="*/ 0 w 298450"/>
                  <a:gd name="T1" fmla="*/ 93979 h 93980"/>
                  <a:gd name="T2" fmla="*/ 77470 w 298450"/>
                  <a:gd name="T3" fmla="*/ 0 h 93980"/>
                  <a:gd name="T4" fmla="*/ 114960 w 298450"/>
                  <a:gd name="T5" fmla="*/ 5974 h 93980"/>
                  <a:gd name="T6" fmla="*/ 144830 w 298450"/>
                  <a:gd name="T7" fmla="*/ 7863 h 93980"/>
                  <a:gd name="T8" fmla="*/ 178053 w 298450"/>
                  <a:gd name="T9" fmla="*/ 6766 h 93980"/>
                  <a:gd name="T10" fmla="*/ 225602 w 298450"/>
                  <a:gd name="T11" fmla="*/ 3779 h 93980"/>
                  <a:gd name="T12" fmla="*/ 298450 w 298450"/>
                  <a:gd name="T13" fmla="*/ 0 h 93980"/>
                  <a:gd name="T14" fmla="*/ 0 w 298450"/>
                  <a:gd name="T15" fmla="*/ 93979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0" y="93979"/>
                    </a:moveTo>
                    <a:lnTo>
                      <a:pt x="77470" y="0"/>
                    </a:lnTo>
                    <a:lnTo>
                      <a:pt x="114960" y="5974"/>
                    </a:lnTo>
                    <a:lnTo>
                      <a:pt x="144830" y="7863"/>
                    </a:lnTo>
                    <a:lnTo>
                      <a:pt x="178053" y="6766"/>
                    </a:lnTo>
                    <a:lnTo>
                      <a:pt x="225602" y="3779"/>
                    </a:lnTo>
                    <a:lnTo>
                      <a:pt x="298450" y="0"/>
                    </a:lnTo>
                    <a:lnTo>
                      <a:pt x="0" y="93979"/>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80" name="object 81"/>
            <p:cNvSpPr txBox="1"/>
            <p:nvPr/>
          </p:nvSpPr>
          <p:spPr>
            <a:xfrm>
              <a:off x="7099301" y="1222375"/>
              <a:ext cx="1241424" cy="197490"/>
            </a:xfrm>
            <a:prstGeom prst="rect">
              <a:avLst/>
            </a:prstGeom>
          </p:spPr>
          <p:txBody>
            <a:bodyPr wrap="square" lIns="0" tIns="12700" rIns="0" bIns="0">
              <a:spAutoFit/>
            </a:bodyPr>
            <a:lstStyle/>
            <a:p>
              <a:pPr marL="12700">
                <a:spcBef>
                  <a:spcPts val="100"/>
                </a:spcBef>
                <a:defRPr/>
              </a:pPr>
              <a:r>
                <a:rPr sz="1200" b="1" spc="-5" dirty="0">
                  <a:latin typeface="Times New Roman" pitchFamily="18" charset="0"/>
                  <a:cs typeface="Times New Roman" pitchFamily="18" charset="0"/>
                </a:rPr>
                <a:t>APPLICATION</a:t>
              </a:r>
              <a:endParaRPr sz="1200" b="1" dirty="0">
                <a:latin typeface="Times New Roman" pitchFamily="18" charset="0"/>
                <a:cs typeface="Times New Roman" pitchFamily="18" charset="0"/>
              </a:endParaRPr>
            </a:p>
          </p:txBody>
        </p:sp>
        <p:grpSp>
          <p:nvGrpSpPr>
            <p:cNvPr id="381" name="object 82"/>
            <p:cNvGrpSpPr>
              <a:grpSpLocks/>
            </p:cNvGrpSpPr>
            <p:nvPr/>
          </p:nvGrpSpPr>
          <p:grpSpPr bwMode="auto">
            <a:xfrm>
              <a:off x="7081838" y="1900238"/>
              <a:ext cx="1470025" cy="479425"/>
              <a:chOff x="7081927" y="1900327"/>
              <a:chExt cx="1470025" cy="479425"/>
            </a:xfrm>
          </p:grpSpPr>
          <p:sp>
            <p:nvSpPr>
              <p:cNvPr id="382" name="object 83"/>
              <p:cNvSpPr>
                <a:spLocks/>
              </p:cNvSpPr>
              <p:nvPr/>
            </p:nvSpPr>
            <p:spPr bwMode="auto">
              <a:xfrm>
                <a:off x="7099299" y="1917699"/>
                <a:ext cx="1447800" cy="457200"/>
              </a:xfrm>
              <a:custGeom>
                <a:avLst/>
                <a:gdLst>
                  <a:gd name="T0" fmla="*/ 1447800 w 1447800"/>
                  <a:gd name="T1" fmla="*/ 0 h 457200"/>
                  <a:gd name="T2" fmla="*/ 0 w 1447800"/>
                  <a:gd name="T3" fmla="*/ 0 h 457200"/>
                  <a:gd name="T4" fmla="*/ 0 w 1447800"/>
                  <a:gd name="T5" fmla="*/ 457200 h 457200"/>
                  <a:gd name="T6" fmla="*/ 1149350 w 1447800"/>
                  <a:gd name="T7" fmla="*/ 457200 h 457200"/>
                  <a:gd name="T8" fmla="*/ 1447800 w 1447800"/>
                  <a:gd name="T9" fmla="*/ 36322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49350" y="457200"/>
                    </a:lnTo>
                    <a:lnTo>
                      <a:pt x="1447800" y="36322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83" name="object 84"/>
              <p:cNvSpPr>
                <a:spLocks/>
              </p:cNvSpPr>
              <p:nvPr/>
            </p:nvSpPr>
            <p:spPr bwMode="auto">
              <a:xfrm>
                <a:off x="7099299" y="1917699"/>
                <a:ext cx="1447800" cy="457200"/>
              </a:xfrm>
              <a:custGeom>
                <a:avLst/>
                <a:gdLst>
                  <a:gd name="T0" fmla="*/ 0 w 1447800"/>
                  <a:gd name="T1" fmla="*/ 0 h 457200"/>
                  <a:gd name="T2" fmla="*/ 1447800 w 1447800"/>
                  <a:gd name="T3" fmla="*/ 0 h 457200"/>
                  <a:gd name="T4" fmla="*/ 1447800 w 1447800"/>
                  <a:gd name="T5" fmla="*/ 363220 h 457200"/>
                  <a:gd name="T6" fmla="*/ 11493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63220"/>
                    </a:lnTo>
                    <a:lnTo>
                      <a:pt x="114935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84" name="object 85"/>
              <p:cNvSpPr>
                <a:spLocks/>
              </p:cNvSpPr>
              <p:nvPr/>
            </p:nvSpPr>
            <p:spPr bwMode="auto">
              <a:xfrm>
                <a:off x="8248649" y="2280919"/>
                <a:ext cx="298450" cy="93980"/>
              </a:xfrm>
              <a:custGeom>
                <a:avLst/>
                <a:gdLst>
                  <a:gd name="T0" fmla="*/ 298450 w 298450"/>
                  <a:gd name="T1" fmla="*/ 0 h 93980"/>
                  <a:gd name="T2" fmla="*/ 160020 w 298450"/>
                  <a:gd name="T3" fmla="*/ 7619 h 93980"/>
                  <a:gd name="T4" fmla="*/ 140970 w 298450"/>
                  <a:gd name="T5" fmla="*/ 7619 h 93980"/>
                  <a:gd name="T6" fmla="*/ 121920 w 298450"/>
                  <a:gd name="T7" fmla="*/ 6350 h 93980"/>
                  <a:gd name="T8" fmla="*/ 102870 w 298450"/>
                  <a:gd name="T9" fmla="*/ 3809 h 93980"/>
                  <a:gd name="T10" fmla="*/ 77470 w 298450"/>
                  <a:gd name="T11" fmla="*/ 0 h 93980"/>
                  <a:gd name="T12" fmla="*/ 0 w 298450"/>
                  <a:gd name="T13" fmla="*/ 93979 h 93980"/>
                  <a:gd name="T14" fmla="*/ 298450 w 298450"/>
                  <a:gd name="T15" fmla="*/ 0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298450" y="0"/>
                    </a:moveTo>
                    <a:lnTo>
                      <a:pt x="160020" y="7619"/>
                    </a:lnTo>
                    <a:lnTo>
                      <a:pt x="140970" y="7619"/>
                    </a:lnTo>
                    <a:lnTo>
                      <a:pt x="121920" y="6350"/>
                    </a:lnTo>
                    <a:lnTo>
                      <a:pt x="102870" y="3809"/>
                    </a:lnTo>
                    <a:lnTo>
                      <a:pt x="77470" y="0"/>
                    </a:lnTo>
                    <a:lnTo>
                      <a:pt x="0" y="93979"/>
                    </a:lnTo>
                    <a:lnTo>
                      <a:pt x="29845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85" name="object 86"/>
              <p:cNvSpPr>
                <a:spLocks/>
              </p:cNvSpPr>
              <p:nvPr/>
            </p:nvSpPr>
            <p:spPr bwMode="auto">
              <a:xfrm>
                <a:off x="8248649" y="2280919"/>
                <a:ext cx="298450" cy="93980"/>
              </a:xfrm>
              <a:custGeom>
                <a:avLst/>
                <a:gdLst>
                  <a:gd name="T0" fmla="*/ 0 w 298450"/>
                  <a:gd name="T1" fmla="*/ 93979 h 93980"/>
                  <a:gd name="T2" fmla="*/ 77470 w 298450"/>
                  <a:gd name="T3" fmla="*/ 0 h 93980"/>
                  <a:gd name="T4" fmla="*/ 114960 w 298450"/>
                  <a:gd name="T5" fmla="*/ 5974 h 93980"/>
                  <a:gd name="T6" fmla="*/ 144830 w 298450"/>
                  <a:gd name="T7" fmla="*/ 7863 h 93980"/>
                  <a:gd name="T8" fmla="*/ 178053 w 298450"/>
                  <a:gd name="T9" fmla="*/ 6766 h 93980"/>
                  <a:gd name="T10" fmla="*/ 225602 w 298450"/>
                  <a:gd name="T11" fmla="*/ 3779 h 93980"/>
                  <a:gd name="T12" fmla="*/ 298450 w 298450"/>
                  <a:gd name="T13" fmla="*/ 0 h 93980"/>
                  <a:gd name="T14" fmla="*/ 0 w 298450"/>
                  <a:gd name="T15" fmla="*/ 93979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0" y="93979"/>
                    </a:moveTo>
                    <a:lnTo>
                      <a:pt x="77470" y="0"/>
                    </a:lnTo>
                    <a:lnTo>
                      <a:pt x="114960" y="5974"/>
                    </a:lnTo>
                    <a:lnTo>
                      <a:pt x="144830" y="7863"/>
                    </a:lnTo>
                    <a:lnTo>
                      <a:pt x="178053" y="6766"/>
                    </a:lnTo>
                    <a:lnTo>
                      <a:pt x="225602" y="3779"/>
                    </a:lnTo>
                    <a:lnTo>
                      <a:pt x="298450" y="0"/>
                    </a:lnTo>
                    <a:lnTo>
                      <a:pt x="0" y="93979"/>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86" name="object 87"/>
              <p:cNvSpPr>
                <a:spLocks/>
              </p:cNvSpPr>
              <p:nvPr/>
            </p:nvSpPr>
            <p:spPr bwMode="auto">
              <a:xfrm>
                <a:off x="7086599" y="1904999"/>
                <a:ext cx="1447800" cy="457200"/>
              </a:xfrm>
              <a:custGeom>
                <a:avLst/>
                <a:gdLst>
                  <a:gd name="T0" fmla="*/ 1447800 w 1447800"/>
                  <a:gd name="T1" fmla="*/ 0 h 457200"/>
                  <a:gd name="T2" fmla="*/ 0 w 1447800"/>
                  <a:gd name="T3" fmla="*/ 0 h 457200"/>
                  <a:gd name="T4" fmla="*/ 0 w 1447800"/>
                  <a:gd name="T5" fmla="*/ 457200 h 457200"/>
                  <a:gd name="T6" fmla="*/ 1149350 w 1447800"/>
                  <a:gd name="T7" fmla="*/ 457200 h 457200"/>
                  <a:gd name="T8" fmla="*/ 1447800 w 1447800"/>
                  <a:gd name="T9" fmla="*/ 36322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49350" y="457200"/>
                    </a:lnTo>
                    <a:lnTo>
                      <a:pt x="1447800" y="363220"/>
                    </a:lnTo>
                    <a:lnTo>
                      <a:pt x="1447800" y="0"/>
                    </a:lnTo>
                    <a:close/>
                  </a:path>
                </a:pathLst>
              </a:custGeom>
              <a:solidFill>
                <a:srgbClr val="98CC00">
                  <a:alpha val="6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87" name="object 88"/>
              <p:cNvSpPr>
                <a:spLocks/>
              </p:cNvSpPr>
              <p:nvPr/>
            </p:nvSpPr>
            <p:spPr bwMode="auto">
              <a:xfrm>
                <a:off x="7086599" y="1904999"/>
                <a:ext cx="1447800" cy="457200"/>
              </a:xfrm>
              <a:custGeom>
                <a:avLst/>
                <a:gdLst>
                  <a:gd name="T0" fmla="*/ 0 w 1447800"/>
                  <a:gd name="T1" fmla="*/ 0 h 457200"/>
                  <a:gd name="T2" fmla="*/ 1447800 w 1447800"/>
                  <a:gd name="T3" fmla="*/ 0 h 457200"/>
                  <a:gd name="T4" fmla="*/ 1447800 w 1447800"/>
                  <a:gd name="T5" fmla="*/ 363220 h 457200"/>
                  <a:gd name="T6" fmla="*/ 11493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63220"/>
                    </a:lnTo>
                    <a:lnTo>
                      <a:pt x="114935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88" name="object 89"/>
              <p:cNvSpPr>
                <a:spLocks/>
              </p:cNvSpPr>
              <p:nvPr/>
            </p:nvSpPr>
            <p:spPr bwMode="auto">
              <a:xfrm>
                <a:off x="8235949" y="2268219"/>
                <a:ext cx="298450" cy="93980"/>
              </a:xfrm>
              <a:custGeom>
                <a:avLst/>
                <a:gdLst>
                  <a:gd name="T0" fmla="*/ 298450 w 298450"/>
                  <a:gd name="T1" fmla="*/ 0 h 93980"/>
                  <a:gd name="T2" fmla="*/ 160020 w 298450"/>
                  <a:gd name="T3" fmla="*/ 7619 h 93980"/>
                  <a:gd name="T4" fmla="*/ 140970 w 298450"/>
                  <a:gd name="T5" fmla="*/ 7619 h 93980"/>
                  <a:gd name="T6" fmla="*/ 121920 w 298450"/>
                  <a:gd name="T7" fmla="*/ 6350 h 93980"/>
                  <a:gd name="T8" fmla="*/ 102870 w 298450"/>
                  <a:gd name="T9" fmla="*/ 3809 h 93980"/>
                  <a:gd name="T10" fmla="*/ 77470 w 298450"/>
                  <a:gd name="T11" fmla="*/ 0 h 93980"/>
                  <a:gd name="T12" fmla="*/ 0 w 298450"/>
                  <a:gd name="T13" fmla="*/ 93979 h 93980"/>
                  <a:gd name="T14" fmla="*/ 298450 w 298450"/>
                  <a:gd name="T15" fmla="*/ 0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298450" y="0"/>
                    </a:moveTo>
                    <a:lnTo>
                      <a:pt x="160020" y="7619"/>
                    </a:lnTo>
                    <a:lnTo>
                      <a:pt x="140970" y="7619"/>
                    </a:lnTo>
                    <a:lnTo>
                      <a:pt x="121920" y="6350"/>
                    </a:lnTo>
                    <a:lnTo>
                      <a:pt x="102870" y="3809"/>
                    </a:lnTo>
                    <a:lnTo>
                      <a:pt x="77470" y="0"/>
                    </a:lnTo>
                    <a:lnTo>
                      <a:pt x="0" y="93979"/>
                    </a:lnTo>
                    <a:lnTo>
                      <a:pt x="298450" y="0"/>
                    </a:lnTo>
                    <a:close/>
                  </a:path>
                </a:pathLst>
              </a:custGeom>
              <a:solidFill>
                <a:srgbClr val="82AE00">
                  <a:alpha val="6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89" name="object 90"/>
              <p:cNvSpPr>
                <a:spLocks/>
              </p:cNvSpPr>
              <p:nvPr/>
            </p:nvSpPr>
            <p:spPr bwMode="auto">
              <a:xfrm>
                <a:off x="8235949" y="2268219"/>
                <a:ext cx="298450" cy="93980"/>
              </a:xfrm>
              <a:custGeom>
                <a:avLst/>
                <a:gdLst>
                  <a:gd name="T0" fmla="*/ 0 w 298450"/>
                  <a:gd name="T1" fmla="*/ 93979 h 93980"/>
                  <a:gd name="T2" fmla="*/ 77470 w 298450"/>
                  <a:gd name="T3" fmla="*/ 0 h 93980"/>
                  <a:gd name="T4" fmla="*/ 114960 w 298450"/>
                  <a:gd name="T5" fmla="*/ 5974 h 93980"/>
                  <a:gd name="T6" fmla="*/ 144830 w 298450"/>
                  <a:gd name="T7" fmla="*/ 7863 h 93980"/>
                  <a:gd name="T8" fmla="*/ 178053 w 298450"/>
                  <a:gd name="T9" fmla="*/ 6766 h 93980"/>
                  <a:gd name="T10" fmla="*/ 225602 w 298450"/>
                  <a:gd name="T11" fmla="*/ 3779 h 93980"/>
                  <a:gd name="T12" fmla="*/ 298450 w 298450"/>
                  <a:gd name="T13" fmla="*/ 0 h 93980"/>
                  <a:gd name="T14" fmla="*/ 0 w 298450"/>
                  <a:gd name="T15" fmla="*/ 93979 h 93980"/>
                  <a:gd name="T16" fmla="*/ 0 60000 65536"/>
                  <a:gd name="T17" fmla="*/ 0 60000 65536"/>
                  <a:gd name="T18" fmla="*/ 0 60000 65536"/>
                  <a:gd name="T19" fmla="*/ 0 60000 65536"/>
                  <a:gd name="T20" fmla="*/ 0 60000 65536"/>
                  <a:gd name="T21" fmla="*/ 0 60000 65536"/>
                  <a:gd name="T22" fmla="*/ 0 60000 65536"/>
                  <a:gd name="T23" fmla="*/ 0 60000 65536"/>
                  <a:gd name="T24" fmla="*/ 0 w 298450"/>
                  <a:gd name="T25" fmla="*/ 0 h 93980"/>
                  <a:gd name="T26" fmla="*/ 298450 w 298450"/>
                  <a:gd name="T27" fmla="*/ 93980 h 93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450" h="93980">
                    <a:moveTo>
                      <a:pt x="0" y="93979"/>
                    </a:moveTo>
                    <a:lnTo>
                      <a:pt x="77470" y="0"/>
                    </a:lnTo>
                    <a:lnTo>
                      <a:pt x="114960" y="5974"/>
                    </a:lnTo>
                    <a:lnTo>
                      <a:pt x="144830" y="7863"/>
                    </a:lnTo>
                    <a:lnTo>
                      <a:pt x="178053" y="6766"/>
                    </a:lnTo>
                    <a:lnTo>
                      <a:pt x="225602" y="3779"/>
                    </a:lnTo>
                    <a:lnTo>
                      <a:pt x="298450" y="0"/>
                    </a:lnTo>
                    <a:lnTo>
                      <a:pt x="0" y="93979"/>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390" name="object 91"/>
            <p:cNvSpPr txBox="1"/>
            <p:nvPr/>
          </p:nvSpPr>
          <p:spPr>
            <a:xfrm>
              <a:off x="7200900" y="1985963"/>
              <a:ext cx="1220788" cy="197490"/>
            </a:xfrm>
            <a:prstGeom prst="rect">
              <a:avLst/>
            </a:prstGeom>
          </p:spPr>
          <p:txBody>
            <a:bodyPr lIns="0" tIns="12700" rIns="0" bIns="0">
              <a:spAutoFit/>
            </a:bodyPr>
            <a:lstStyle/>
            <a:p>
              <a:pPr marL="12700">
                <a:spcBef>
                  <a:spcPts val="100"/>
                </a:spcBef>
                <a:defRPr/>
              </a:pPr>
              <a:r>
                <a:rPr sz="1200" b="1" spc="-5" dirty="0">
                  <a:latin typeface="Times New Roman" pitchFamily="18" charset="0"/>
                  <a:cs typeface="Times New Roman" pitchFamily="18" charset="0"/>
                </a:rPr>
                <a:t>PRESENTATION</a:t>
              </a:r>
              <a:endParaRPr sz="1200" b="1">
                <a:latin typeface="Times New Roman" pitchFamily="18" charset="0"/>
                <a:cs typeface="Times New Roman" pitchFamily="18" charset="0"/>
              </a:endParaRPr>
            </a:p>
          </p:txBody>
        </p:sp>
        <p:grpSp>
          <p:nvGrpSpPr>
            <p:cNvPr id="391" name="object 92"/>
            <p:cNvGrpSpPr>
              <a:grpSpLocks/>
            </p:cNvGrpSpPr>
            <p:nvPr/>
          </p:nvGrpSpPr>
          <p:grpSpPr bwMode="auto">
            <a:xfrm>
              <a:off x="7081838" y="2662238"/>
              <a:ext cx="1470025" cy="479425"/>
              <a:chOff x="7081927" y="2662327"/>
              <a:chExt cx="1470025" cy="479425"/>
            </a:xfrm>
          </p:grpSpPr>
          <p:sp>
            <p:nvSpPr>
              <p:cNvPr id="392" name="object 93"/>
              <p:cNvSpPr>
                <a:spLocks/>
              </p:cNvSpPr>
              <p:nvPr/>
            </p:nvSpPr>
            <p:spPr bwMode="auto">
              <a:xfrm>
                <a:off x="7099299" y="2679699"/>
                <a:ext cx="1447800" cy="457200"/>
              </a:xfrm>
              <a:custGeom>
                <a:avLst/>
                <a:gdLst>
                  <a:gd name="T0" fmla="*/ 1447800 w 1447800"/>
                  <a:gd name="T1" fmla="*/ 0 h 457200"/>
                  <a:gd name="T2" fmla="*/ 0 w 1447800"/>
                  <a:gd name="T3" fmla="*/ 0 h 457200"/>
                  <a:gd name="T4" fmla="*/ 0 w 1447800"/>
                  <a:gd name="T5" fmla="*/ 457200 h 457200"/>
                  <a:gd name="T6" fmla="*/ 1126490 w 1447800"/>
                  <a:gd name="T7" fmla="*/ 457200 h 457200"/>
                  <a:gd name="T8" fmla="*/ 1447800 w 1447800"/>
                  <a:gd name="T9" fmla="*/ 35560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26490" y="457200"/>
                    </a:lnTo>
                    <a:lnTo>
                      <a:pt x="1447800" y="35560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93" name="object 94"/>
              <p:cNvSpPr>
                <a:spLocks/>
              </p:cNvSpPr>
              <p:nvPr/>
            </p:nvSpPr>
            <p:spPr bwMode="auto">
              <a:xfrm>
                <a:off x="7099299" y="2679699"/>
                <a:ext cx="1447800" cy="457200"/>
              </a:xfrm>
              <a:custGeom>
                <a:avLst/>
                <a:gdLst>
                  <a:gd name="T0" fmla="*/ 0 w 1447800"/>
                  <a:gd name="T1" fmla="*/ 0 h 457200"/>
                  <a:gd name="T2" fmla="*/ 1447800 w 1447800"/>
                  <a:gd name="T3" fmla="*/ 0 h 457200"/>
                  <a:gd name="T4" fmla="*/ 1447800 w 1447800"/>
                  <a:gd name="T5" fmla="*/ 355600 h 457200"/>
                  <a:gd name="T6" fmla="*/ 112649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55600"/>
                    </a:lnTo>
                    <a:lnTo>
                      <a:pt x="112649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94" name="object 95"/>
              <p:cNvSpPr>
                <a:spLocks/>
              </p:cNvSpPr>
              <p:nvPr/>
            </p:nvSpPr>
            <p:spPr bwMode="auto">
              <a:xfrm>
                <a:off x="8225789" y="3035299"/>
                <a:ext cx="321310" cy="101600"/>
              </a:xfrm>
              <a:custGeom>
                <a:avLst/>
                <a:gdLst>
                  <a:gd name="T0" fmla="*/ 321319 w 321309"/>
                  <a:gd name="T1" fmla="*/ 0 h 101600"/>
                  <a:gd name="T2" fmla="*/ 172729 w 321309"/>
                  <a:gd name="T3" fmla="*/ 7620 h 101600"/>
                  <a:gd name="T4" fmla="*/ 132079 w 321309"/>
                  <a:gd name="T5" fmla="*/ 7620 h 101600"/>
                  <a:gd name="T6" fmla="*/ 110489 w 321309"/>
                  <a:gd name="T7" fmla="*/ 5079 h 101600"/>
                  <a:gd name="T8" fmla="*/ 83819 w 321309"/>
                  <a:gd name="T9" fmla="*/ 0 h 101600"/>
                  <a:gd name="T10" fmla="*/ 0 w 321309"/>
                  <a:gd name="T11" fmla="*/ 101600 h 101600"/>
                  <a:gd name="T12" fmla="*/ 321319 w 321309"/>
                  <a:gd name="T13" fmla="*/ 0 h 101600"/>
                  <a:gd name="T14" fmla="*/ 0 60000 65536"/>
                  <a:gd name="T15" fmla="*/ 0 60000 65536"/>
                  <a:gd name="T16" fmla="*/ 0 60000 65536"/>
                  <a:gd name="T17" fmla="*/ 0 60000 65536"/>
                  <a:gd name="T18" fmla="*/ 0 60000 65536"/>
                  <a:gd name="T19" fmla="*/ 0 60000 65536"/>
                  <a:gd name="T20" fmla="*/ 0 60000 65536"/>
                  <a:gd name="T21" fmla="*/ 0 w 321309"/>
                  <a:gd name="T22" fmla="*/ 0 h 101600"/>
                  <a:gd name="T23" fmla="*/ 321309 w 321309"/>
                  <a:gd name="T24" fmla="*/ 101600 h 10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1309" h="101600">
                    <a:moveTo>
                      <a:pt x="321309" y="0"/>
                    </a:moveTo>
                    <a:lnTo>
                      <a:pt x="172719" y="7620"/>
                    </a:lnTo>
                    <a:lnTo>
                      <a:pt x="132079" y="7620"/>
                    </a:lnTo>
                    <a:lnTo>
                      <a:pt x="110489" y="5079"/>
                    </a:lnTo>
                    <a:lnTo>
                      <a:pt x="83819" y="0"/>
                    </a:lnTo>
                    <a:lnTo>
                      <a:pt x="0" y="101600"/>
                    </a:lnTo>
                    <a:lnTo>
                      <a:pt x="321309"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95" name="object 96"/>
              <p:cNvSpPr>
                <a:spLocks/>
              </p:cNvSpPr>
              <p:nvPr/>
            </p:nvSpPr>
            <p:spPr bwMode="auto">
              <a:xfrm>
                <a:off x="8225789" y="3035299"/>
                <a:ext cx="321310" cy="101600"/>
              </a:xfrm>
              <a:custGeom>
                <a:avLst/>
                <a:gdLst>
                  <a:gd name="T0" fmla="*/ 0 w 321309"/>
                  <a:gd name="T1" fmla="*/ 101600 h 101600"/>
                  <a:gd name="T2" fmla="*/ 83819 w 321309"/>
                  <a:gd name="T3" fmla="*/ 0 h 101600"/>
                  <a:gd name="T4" fmla="*/ 123880 w 321309"/>
                  <a:gd name="T5" fmla="*/ 6461 h 101600"/>
                  <a:gd name="T6" fmla="*/ 155895 w 321309"/>
                  <a:gd name="T7" fmla="*/ 8412 h 101600"/>
                  <a:gd name="T8" fmla="*/ 191637 w 321309"/>
                  <a:gd name="T9" fmla="*/ 7132 h 101600"/>
                  <a:gd name="T10" fmla="*/ 242854 w 321309"/>
                  <a:gd name="T11" fmla="*/ 3901 h 101600"/>
                  <a:gd name="T12" fmla="*/ 321319 w 321309"/>
                  <a:gd name="T13" fmla="*/ 0 h 101600"/>
                  <a:gd name="T14" fmla="*/ 0 w 321309"/>
                  <a:gd name="T15" fmla="*/ 101600 h 101600"/>
                  <a:gd name="T16" fmla="*/ 0 60000 65536"/>
                  <a:gd name="T17" fmla="*/ 0 60000 65536"/>
                  <a:gd name="T18" fmla="*/ 0 60000 65536"/>
                  <a:gd name="T19" fmla="*/ 0 60000 65536"/>
                  <a:gd name="T20" fmla="*/ 0 60000 65536"/>
                  <a:gd name="T21" fmla="*/ 0 60000 65536"/>
                  <a:gd name="T22" fmla="*/ 0 60000 65536"/>
                  <a:gd name="T23" fmla="*/ 0 60000 65536"/>
                  <a:gd name="T24" fmla="*/ 0 w 321309"/>
                  <a:gd name="T25" fmla="*/ 0 h 101600"/>
                  <a:gd name="T26" fmla="*/ 321309 w 321309"/>
                  <a:gd name="T27" fmla="*/ 101600 h 10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1309" h="101600">
                    <a:moveTo>
                      <a:pt x="0" y="101600"/>
                    </a:moveTo>
                    <a:lnTo>
                      <a:pt x="83819" y="0"/>
                    </a:lnTo>
                    <a:lnTo>
                      <a:pt x="123880" y="6461"/>
                    </a:lnTo>
                    <a:lnTo>
                      <a:pt x="155895" y="8412"/>
                    </a:lnTo>
                    <a:lnTo>
                      <a:pt x="191627" y="7132"/>
                    </a:lnTo>
                    <a:lnTo>
                      <a:pt x="242844" y="3901"/>
                    </a:lnTo>
                    <a:lnTo>
                      <a:pt x="321309" y="0"/>
                    </a:lnTo>
                    <a:lnTo>
                      <a:pt x="0" y="10160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96" name="object 97"/>
              <p:cNvSpPr>
                <a:spLocks/>
              </p:cNvSpPr>
              <p:nvPr/>
            </p:nvSpPr>
            <p:spPr bwMode="auto">
              <a:xfrm>
                <a:off x="7086599" y="2666999"/>
                <a:ext cx="1447800" cy="457200"/>
              </a:xfrm>
              <a:custGeom>
                <a:avLst/>
                <a:gdLst>
                  <a:gd name="T0" fmla="*/ 1447800 w 1447800"/>
                  <a:gd name="T1" fmla="*/ 0 h 457200"/>
                  <a:gd name="T2" fmla="*/ 0 w 1447800"/>
                  <a:gd name="T3" fmla="*/ 0 h 457200"/>
                  <a:gd name="T4" fmla="*/ 0 w 1447800"/>
                  <a:gd name="T5" fmla="*/ 457200 h 457200"/>
                  <a:gd name="T6" fmla="*/ 1127759 w 1447800"/>
                  <a:gd name="T7" fmla="*/ 457200 h 457200"/>
                  <a:gd name="T8" fmla="*/ 1447800 w 1447800"/>
                  <a:gd name="T9" fmla="*/ 35560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27759" y="457200"/>
                    </a:lnTo>
                    <a:lnTo>
                      <a:pt x="1447800" y="355600"/>
                    </a:lnTo>
                    <a:lnTo>
                      <a:pt x="1447800" y="0"/>
                    </a:lnTo>
                    <a:close/>
                  </a:path>
                </a:pathLst>
              </a:custGeom>
              <a:solidFill>
                <a:srgbClr val="3A802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97" name="object 98"/>
              <p:cNvSpPr>
                <a:spLocks/>
              </p:cNvSpPr>
              <p:nvPr/>
            </p:nvSpPr>
            <p:spPr bwMode="auto">
              <a:xfrm>
                <a:off x="7086599" y="2666999"/>
                <a:ext cx="1447800" cy="457200"/>
              </a:xfrm>
              <a:custGeom>
                <a:avLst/>
                <a:gdLst>
                  <a:gd name="T0" fmla="*/ 0 w 1447800"/>
                  <a:gd name="T1" fmla="*/ 0 h 457200"/>
                  <a:gd name="T2" fmla="*/ 1447800 w 1447800"/>
                  <a:gd name="T3" fmla="*/ 0 h 457200"/>
                  <a:gd name="T4" fmla="*/ 1447800 w 1447800"/>
                  <a:gd name="T5" fmla="*/ 355600 h 457200"/>
                  <a:gd name="T6" fmla="*/ 1127759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55600"/>
                    </a:lnTo>
                    <a:lnTo>
                      <a:pt x="1127759"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398" name="object 99"/>
              <p:cNvSpPr>
                <a:spLocks/>
              </p:cNvSpPr>
              <p:nvPr/>
            </p:nvSpPr>
            <p:spPr bwMode="auto">
              <a:xfrm>
                <a:off x="8214359" y="3022599"/>
                <a:ext cx="320040" cy="101600"/>
              </a:xfrm>
              <a:custGeom>
                <a:avLst/>
                <a:gdLst>
                  <a:gd name="T0" fmla="*/ 320040 w 320040"/>
                  <a:gd name="T1" fmla="*/ 0 h 101600"/>
                  <a:gd name="T2" fmla="*/ 171450 w 320040"/>
                  <a:gd name="T3" fmla="*/ 7620 h 101600"/>
                  <a:gd name="T4" fmla="*/ 130810 w 320040"/>
                  <a:gd name="T5" fmla="*/ 7620 h 101600"/>
                  <a:gd name="T6" fmla="*/ 109220 w 320040"/>
                  <a:gd name="T7" fmla="*/ 5079 h 101600"/>
                  <a:gd name="T8" fmla="*/ 82550 w 320040"/>
                  <a:gd name="T9" fmla="*/ 0 h 101600"/>
                  <a:gd name="T10" fmla="*/ 0 w 320040"/>
                  <a:gd name="T11" fmla="*/ 101600 h 101600"/>
                  <a:gd name="T12" fmla="*/ 320040 w 320040"/>
                  <a:gd name="T13" fmla="*/ 0 h 101600"/>
                  <a:gd name="T14" fmla="*/ 0 60000 65536"/>
                  <a:gd name="T15" fmla="*/ 0 60000 65536"/>
                  <a:gd name="T16" fmla="*/ 0 60000 65536"/>
                  <a:gd name="T17" fmla="*/ 0 60000 65536"/>
                  <a:gd name="T18" fmla="*/ 0 60000 65536"/>
                  <a:gd name="T19" fmla="*/ 0 60000 65536"/>
                  <a:gd name="T20" fmla="*/ 0 60000 65536"/>
                  <a:gd name="T21" fmla="*/ 0 w 320040"/>
                  <a:gd name="T22" fmla="*/ 0 h 101600"/>
                  <a:gd name="T23" fmla="*/ 320040 w 320040"/>
                  <a:gd name="T24" fmla="*/ 101600 h 10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0040" h="101600">
                    <a:moveTo>
                      <a:pt x="320040" y="0"/>
                    </a:moveTo>
                    <a:lnTo>
                      <a:pt x="171450" y="7620"/>
                    </a:lnTo>
                    <a:lnTo>
                      <a:pt x="130810" y="7620"/>
                    </a:lnTo>
                    <a:lnTo>
                      <a:pt x="109220" y="5079"/>
                    </a:lnTo>
                    <a:lnTo>
                      <a:pt x="82550" y="0"/>
                    </a:lnTo>
                    <a:lnTo>
                      <a:pt x="0" y="101600"/>
                    </a:lnTo>
                    <a:lnTo>
                      <a:pt x="320040" y="0"/>
                    </a:lnTo>
                    <a:close/>
                  </a:path>
                </a:pathLst>
              </a:custGeom>
              <a:solidFill>
                <a:srgbClr val="316D27">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399" name="object 100"/>
              <p:cNvSpPr>
                <a:spLocks/>
              </p:cNvSpPr>
              <p:nvPr/>
            </p:nvSpPr>
            <p:spPr bwMode="auto">
              <a:xfrm>
                <a:off x="8214359" y="3022599"/>
                <a:ext cx="320040" cy="101600"/>
              </a:xfrm>
              <a:custGeom>
                <a:avLst/>
                <a:gdLst>
                  <a:gd name="T0" fmla="*/ 0 w 320040"/>
                  <a:gd name="T1" fmla="*/ 101600 h 101600"/>
                  <a:gd name="T2" fmla="*/ 82550 w 320040"/>
                  <a:gd name="T3" fmla="*/ 0 h 101600"/>
                  <a:gd name="T4" fmla="*/ 122610 w 320040"/>
                  <a:gd name="T5" fmla="*/ 6461 h 101600"/>
                  <a:gd name="T6" fmla="*/ 154625 w 320040"/>
                  <a:gd name="T7" fmla="*/ 8412 h 101600"/>
                  <a:gd name="T8" fmla="*/ 190357 w 320040"/>
                  <a:gd name="T9" fmla="*/ 7132 h 101600"/>
                  <a:gd name="T10" fmla="*/ 241574 w 320040"/>
                  <a:gd name="T11" fmla="*/ 3901 h 101600"/>
                  <a:gd name="T12" fmla="*/ 320040 w 320040"/>
                  <a:gd name="T13" fmla="*/ 0 h 101600"/>
                  <a:gd name="T14" fmla="*/ 0 w 320040"/>
                  <a:gd name="T15" fmla="*/ 101600 h 101600"/>
                  <a:gd name="T16" fmla="*/ 0 60000 65536"/>
                  <a:gd name="T17" fmla="*/ 0 60000 65536"/>
                  <a:gd name="T18" fmla="*/ 0 60000 65536"/>
                  <a:gd name="T19" fmla="*/ 0 60000 65536"/>
                  <a:gd name="T20" fmla="*/ 0 60000 65536"/>
                  <a:gd name="T21" fmla="*/ 0 60000 65536"/>
                  <a:gd name="T22" fmla="*/ 0 60000 65536"/>
                  <a:gd name="T23" fmla="*/ 0 60000 65536"/>
                  <a:gd name="T24" fmla="*/ 0 w 320040"/>
                  <a:gd name="T25" fmla="*/ 0 h 101600"/>
                  <a:gd name="T26" fmla="*/ 320040 w 320040"/>
                  <a:gd name="T27" fmla="*/ 101600 h 10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0040" h="101600">
                    <a:moveTo>
                      <a:pt x="0" y="101600"/>
                    </a:moveTo>
                    <a:lnTo>
                      <a:pt x="82550" y="0"/>
                    </a:lnTo>
                    <a:lnTo>
                      <a:pt x="122610" y="6461"/>
                    </a:lnTo>
                    <a:lnTo>
                      <a:pt x="154625" y="8412"/>
                    </a:lnTo>
                    <a:lnTo>
                      <a:pt x="190357" y="7132"/>
                    </a:lnTo>
                    <a:lnTo>
                      <a:pt x="241574" y="3901"/>
                    </a:lnTo>
                    <a:lnTo>
                      <a:pt x="320040" y="0"/>
                    </a:lnTo>
                    <a:lnTo>
                      <a:pt x="0" y="10160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400" name="object 101"/>
            <p:cNvSpPr txBox="1"/>
            <p:nvPr/>
          </p:nvSpPr>
          <p:spPr>
            <a:xfrm>
              <a:off x="7458075" y="2744788"/>
              <a:ext cx="704850" cy="197490"/>
            </a:xfrm>
            <a:prstGeom prst="rect">
              <a:avLst/>
            </a:prstGeom>
          </p:spPr>
          <p:txBody>
            <a:bodyPr lIns="0" tIns="12700" rIns="0" bIns="0">
              <a:spAutoFit/>
            </a:bodyPr>
            <a:lstStyle/>
            <a:p>
              <a:pPr marL="12700">
                <a:spcBef>
                  <a:spcPts val="100"/>
                </a:spcBef>
                <a:defRPr/>
              </a:pPr>
              <a:r>
                <a:rPr sz="1200" b="1" dirty="0">
                  <a:latin typeface="Times New Roman" pitchFamily="18" charset="0"/>
                  <a:cs typeface="Times New Roman" pitchFamily="18" charset="0"/>
                </a:rPr>
                <a:t>SE</a:t>
              </a:r>
              <a:r>
                <a:rPr sz="1200" b="1" spc="5" dirty="0">
                  <a:latin typeface="Times New Roman" pitchFamily="18" charset="0"/>
                  <a:cs typeface="Times New Roman" pitchFamily="18" charset="0"/>
                </a:rPr>
                <a:t>S</a:t>
              </a:r>
              <a:r>
                <a:rPr sz="1200" b="1" dirty="0">
                  <a:latin typeface="Times New Roman" pitchFamily="18" charset="0"/>
                  <a:cs typeface="Times New Roman" pitchFamily="18" charset="0"/>
                </a:rPr>
                <a:t>S</a:t>
              </a:r>
              <a:r>
                <a:rPr sz="1200" b="1" spc="5" dirty="0">
                  <a:latin typeface="Times New Roman" pitchFamily="18" charset="0"/>
                  <a:cs typeface="Times New Roman" pitchFamily="18" charset="0"/>
                </a:rPr>
                <a:t>I</a:t>
              </a:r>
              <a:r>
                <a:rPr sz="1200" b="1" spc="-5" dirty="0">
                  <a:latin typeface="Times New Roman" pitchFamily="18" charset="0"/>
                  <a:cs typeface="Times New Roman" pitchFamily="18" charset="0"/>
                </a:rPr>
                <a:t>O</a:t>
              </a:r>
              <a:r>
                <a:rPr sz="1200" b="1" dirty="0">
                  <a:latin typeface="Times New Roman" pitchFamily="18" charset="0"/>
                  <a:cs typeface="Times New Roman" pitchFamily="18" charset="0"/>
                </a:rPr>
                <a:t>N</a:t>
              </a:r>
              <a:endParaRPr sz="1200" b="1">
                <a:latin typeface="Times New Roman" pitchFamily="18" charset="0"/>
                <a:cs typeface="Times New Roman" pitchFamily="18" charset="0"/>
              </a:endParaRPr>
            </a:p>
          </p:txBody>
        </p:sp>
        <p:grpSp>
          <p:nvGrpSpPr>
            <p:cNvPr id="401" name="object 102"/>
            <p:cNvGrpSpPr>
              <a:grpSpLocks/>
            </p:cNvGrpSpPr>
            <p:nvPr/>
          </p:nvGrpSpPr>
          <p:grpSpPr bwMode="auto">
            <a:xfrm>
              <a:off x="7081838" y="3424238"/>
              <a:ext cx="1470025" cy="479425"/>
              <a:chOff x="7081927" y="3424327"/>
              <a:chExt cx="1470025" cy="479425"/>
            </a:xfrm>
          </p:grpSpPr>
          <p:sp>
            <p:nvSpPr>
              <p:cNvPr id="402" name="object 103"/>
              <p:cNvSpPr>
                <a:spLocks/>
              </p:cNvSpPr>
              <p:nvPr/>
            </p:nvSpPr>
            <p:spPr bwMode="auto">
              <a:xfrm>
                <a:off x="7099299" y="3441700"/>
                <a:ext cx="1447800" cy="457200"/>
              </a:xfrm>
              <a:custGeom>
                <a:avLst/>
                <a:gdLst>
                  <a:gd name="T0" fmla="*/ 1447800 w 1447800"/>
                  <a:gd name="T1" fmla="*/ 0 h 457200"/>
                  <a:gd name="T2" fmla="*/ 0 w 1447800"/>
                  <a:gd name="T3" fmla="*/ 0 h 457200"/>
                  <a:gd name="T4" fmla="*/ 0 w 1447800"/>
                  <a:gd name="T5" fmla="*/ 457200 h 457200"/>
                  <a:gd name="T6" fmla="*/ 1136650 w 1447800"/>
                  <a:gd name="T7" fmla="*/ 457200 h 457200"/>
                  <a:gd name="T8" fmla="*/ 1447800 w 1447800"/>
                  <a:gd name="T9" fmla="*/ 35941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36650" y="457200"/>
                    </a:lnTo>
                    <a:lnTo>
                      <a:pt x="1447800" y="35941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03" name="object 104"/>
              <p:cNvSpPr>
                <a:spLocks/>
              </p:cNvSpPr>
              <p:nvPr/>
            </p:nvSpPr>
            <p:spPr bwMode="auto">
              <a:xfrm>
                <a:off x="7099299" y="3441700"/>
                <a:ext cx="1447800" cy="457200"/>
              </a:xfrm>
              <a:custGeom>
                <a:avLst/>
                <a:gdLst>
                  <a:gd name="T0" fmla="*/ 0 w 1447800"/>
                  <a:gd name="T1" fmla="*/ 0 h 457200"/>
                  <a:gd name="T2" fmla="*/ 1447800 w 1447800"/>
                  <a:gd name="T3" fmla="*/ 0 h 457200"/>
                  <a:gd name="T4" fmla="*/ 1447800 w 1447800"/>
                  <a:gd name="T5" fmla="*/ 359410 h 457200"/>
                  <a:gd name="T6" fmla="*/ 11366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59410"/>
                    </a:lnTo>
                    <a:lnTo>
                      <a:pt x="1136650"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04" name="object 105"/>
              <p:cNvSpPr>
                <a:spLocks/>
              </p:cNvSpPr>
              <p:nvPr/>
            </p:nvSpPr>
            <p:spPr bwMode="auto">
              <a:xfrm>
                <a:off x="8235949" y="3801110"/>
                <a:ext cx="311150" cy="97790"/>
              </a:xfrm>
              <a:custGeom>
                <a:avLst/>
                <a:gdLst>
                  <a:gd name="T0" fmla="*/ 311150 w 311150"/>
                  <a:gd name="T1" fmla="*/ 0 h 97789"/>
                  <a:gd name="T2" fmla="*/ 166370 w 311150"/>
                  <a:gd name="T3" fmla="*/ 6350 h 97789"/>
                  <a:gd name="T4" fmla="*/ 147320 w 311150"/>
                  <a:gd name="T5" fmla="*/ 7619 h 97789"/>
                  <a:gd name="T6" fmla="*/ 127000 w 311150"/>
                  <a:gd name="T7" fmla="*/ 6350 h 97789"/>
                  <a:gd name="T8" fmla="*/ 106679 w 311150"/>
                  <a:gd name="T9" fmla="*/ 3809 h 97789"/>
                  <a:gd name="T10" fmla="*/ 81279 w 311150"/>
                  <a:gd name="T11" fmla="*/ 0 h 97789"/>
                  <a:gd name="T12" fmla="*/ 0 w 311150"/>
                  <a:gd name="T13" fmla="*/ 97799 h 97789"/>
                  <a:gd name="T14" fmla="*/ 311150 w 311150"/>
                  <a:gd name="T15" fmla="*/ 0 h 97789"/>
                  <a:gd name="T16" fmla="*/ 0 60000 65536"/>
                  <a:gd name="T17" fmla="*/ 0 60000 65536"/>
                  <a:gd name="T18" fmla="*/ 0 60000 65536"/>
                  <a:gd name="T19" fmla="*/ 0 60000 65536"/>
                  <a:gd name="T20" fmla="*/ 0 60000 65536"/>
                  <a:gd name="T21" fmla="*/ 0 60000 65536"/>
                  <a:gd name="T22" fmla="*/ 0 60000 65536"/>
                  <a:gd name="T23" fmla="*/ 0 60000 65536"/>
                  <a:gd name="T24" fmla="*/ 0 w 311150"/>
                  <a:gd name="T25" fmla="*/ 0 h 97789"/>
                  <a:gd name="T26" fmla="*/ 311150 w 311150"/>
                  <a:gd name="T27" fmla="*/ 97789 h 977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1150" h="97789">
                    <a:moveTo>
                      <a:pt x="311150" y="0"/>
                    </a:moveTo>
                    <a:lnTo>
                      <a:pt x="166370" y="6350"/>
                    </a:lnTo>
                    <a:lnTo>
                      <a:pt x="147320" y="7619"/>
                    </a:lnTo>
                    <a:lnTo>
                      <a:pt x="127000" y="6350"/>
                    </a:lnTo>
                    <a:lnTo>
                      <a:pt x="106679" y="3809"/>
                    </a:lnTo>
                    <a:lnTo>
                      <a:pt x="81279" y="0"/>
                    </a:lnTo>
                    <a:lnTo>
                      <a:pt x="0" y="97789"/>
                    </a:lnTo>
                    <a:lnTo>
                      <a:pt x="31115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05" name="object 106"/>
              <p:cNvSpPr>
                <a:spLocks/>
              </p:cNvSpPr>
              <p:nvPr/>
            </p:nvSpPr>
            <p:spPr bwMode="auto">
              <a:xfrm>
                <a:off x="8235949" y="3801110"/>
                <a:ext cx="311150" cy="97790"/>
              </a:xfrm>
              <a:custGeom>
                <a:avLst/>
                <a:gdLst>
                  <a:gd name="T0" fmla="*/ 0 w 311150"/>
                  <a:gd name="T1" fmla="*/ 97799 h 97789"/>
                  <a:gd name="T2" fmla="*/ 81279 w 311150"/>
                  <a:gd name="T3" fmla="*/ 0 h 97789"/>
                  <a:gd name="T4" fmla="*/ 120060 w 311150"/>
                  <a:gd name="T5" fmla="*/ 5852 h 97789"/>
                  <a:gd name="T6" fmla="*/ 151038 w 311150"/>
                  <a:gd name="T7" fmla="*/ 7498 h 97789"/>
                  <a:gd name="T8" fmla="*/ 185613 w 311150"/>
                  <a:gd name="T9" fmla="*/ 6217 h 97789"/>
                  <a:gd name="T10" fmla="*/ 235183 w 311150"/>
                  <a:gd name="T11" fmla="*/ 3291 h 97789"/>
                  <a:gd name="T12" fmla="*/ 311150 w 311150"/>
                  <a:gd name="T13" fmla="*/ 0 h 97789"/>
                  <a:gd name="T14" fmla="*/ 0 w 311150"/>
                  <a:gd name="T15" fmla="*/ 97799 h 97789"/>
                  <a:gd name="T16" fmla="*/ 0 60000 65536"/>
                  <a:gd name="T17" fmla="*/ 0 60000 65536"/>
                  <a:gd name="T18" fmla="*/ 0 60000 65536"/>
                  <a:gd name="T19" fmla="*/ 0 60000 65536"/>
                  <a:gd name="T20" fmla="*/ 0 60000 65536"/>
                  <a:gd name="T21" fmla="*/ 0 60000 65536"/>
                  <a:gd name="T22" fmla="*/ 0 60000 65536"/>
                  <a:gd name="T23" fmla="*/ 0 60000 65536"/>
                  <a:gd name="T24" fmla="*/ 0 w 311150"/>
                  <a:gd name="T25" fmla="*/ 0 h 97789"/>
                  <a:gd name="T26" fmla="*/ 311150 w 311150"/>
                  <a:gd name="T27" fmla="*/ 97789 h 977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1150" h="97789">
                    <a:moveTo>
                      <a:pt x="0" y="97789"/>
                    </a:moveTo>
                    <a:lnTo>
                      <a:pt x="81279" y="0"/>
                    </a:lnTo>
                    <a:lnTo>
                      <a:pt x="120060" y="5852"/>
                    </a:lnTo>
                    <a:lnTo>
                      <a:pt x="151038" y="7498"/>
                    </a:lnTo>
                    <a:lnTo>
                      <a:pt x="185613" y="6217"/>
                    </a:lnTo>
                    <a:lnTo>
                      <a:pt x="235183" y="3291"/>
                    </a:lnTo>
                    <a:lnTo>
                      <a:pt x="311150" y="0"/>
                    </a:lnTo>
                    <a:lnTo>
                      <a:pt x="0" y="97789"/>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06" name="object 107"/>
              <p:cNvSpPr>
                <a:spLocks/>
              </p:cNvSpPr>
              <p:nvPr/>
            </p:nvSpPr>
            <p:spPr bwMode="auto">
              <a:xfrm>
                <a:off x="7086599" y="3429000"/>
                <a:ext cx="1447800" cy="457200"/>
              </a:xfrm>
              <a:custGeom>
                <a:avLst/>
                <a:gdLst>
                  <a:gd name="T0" fmla="*/ 1447800 w 1447800"/>
                  <a:gd name="T1" fmla="*/ 0 h 457200"/>
                  <a:gd name="T2" fmla="*/ 0 w 1447800"/>
                  <a:gd name="T3" fmla="*/ 0 h 457200"/>
                  <a:gd name="T4" fmla="*/ 0 w 1447800"/>
                  <a:gd name="T5" fmla="*/ 457200 h 457200"/>
                  <a:gd name="T6" fmla="*/ 1136650 w 1447800"/>
                  <a:gd name="T7" fmla="*/ 457200 h 457200"/>
                  <a:gd name="T8" fmla="*/ 1447800 w 1447800"/>
                  <a:gd name="T9" fmla="*/ 35941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136650" y="457200"/>
                    </a:lnTo>
                    <a:lnTo>
                      <a:pt x="1447800" y="359410"/>
                    </a:lnTo>
                    <a:lnTo>
                      <a:pt x="1447800" y="0"/>
                    </a:lnTo>
                    <a:close/>
                  </a:path>
                </a:pathLst>
              </a:custGeom>
              <a:solidFill>
                <a:srgbClr val="FFCC98">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07" name="object 108"/>
              <p:cNvSpPr>
                <a:spLocks/>
              </p:cNvSpPr>
              <p:nvPr/>
            </p:nvSpPr>
            <p:spPr bwMode="auto">
              <a:xfrm>
                <a:off x="7086599" y="3429000"/>
                <a:ext cx="1447800" cy="457200"/>
              </a:xfrm>
              <a:custGeom>
                <a:avLst/>
                <a:gdLst>
                  <a:gd name="T0" fmla="*/ 0 w 1447800"/>
                  <a:gd name="T1" fmla="*/ 0 h 457200"/>
                  <a:gd name="T2" fmla="*/ 1447800 w 1447800"/>
                  <a:gd name="T3" fmla="*/ 0 h 457200"/>
                  <a:gd name="T4" fmla="*/ 1447800 w 1447800"/>
                  <a:gd name="T5" fmla="*/ 359410 h 457200"/>
                  <a:gd name="T6" fmla="*/ 1136650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59410"/>
                    </a:lnTo>
                    <a:lnTo>
                      <a:pt x="1136650"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08" name="object 109"/>
              <p:cNvSpPr>
                <a:spLocks/>
              </p:cNvSpPr>
              <p:nvPr/>
            </p:nvSpPr>
            <p:spPr bwMode="auto">
              <a:xfrm>
                <a:off x="8223249" y="3788410"/>
                <a:ext cx="311150" cy="97790"/>
              </a:xfrm>
              <a:custGeom>
                <a:avLst/>
                <a:gdLst>
                  <a:gd name="T0" fmla="*/ 311150 w 311150"/>
                  <a:gd name="T1" fmla="*/ 0 h 97789"/>
                  <a:gd name="T2" fmla="*/ 166370 w 311150"/>
                  <a:gd name="T3" fmla="*/ 7619 h 97789"/>
                  <a:gd name="T4" fmla="*/ 147320 w 311150"/>
                  <a:gd name="T5" fmla="*/ 7619 h 97789"/>
                  <a:gd name="T6" fmla="*/ 128270 w 311150"/>
                  <a:gd name="T7" fmla="*/ 6350 h 97789"/>
                  <a:gd name="T8" fmla="*/ 106679 w 311150"/>
                  <a:gd name="T9" fmla="*/ 3809 h 97789"/>
                  <a:gd name="T10" fmla="*/ 81279 w 311150"/>
                  <a:gd name="T11" fmla="*/ 0 h 97789"/>
                  <a:gd name="T12" fmla="*/ 0 w 311150"/>
                  <a:gd name="T13" fmla="*/ 97799 h 97789"/>
                  <a:gd name="T14" fmla="*/ 311150 w 311150"/>
                  <a:gd name="T15" fmla="*/ 0 h 97789"/>
                  <a:gd name="T16" fmla="*/ 0 60000 65536"/>
                  <a:gd name="T17" fmla="*/ 0 60000 65536"/>
                  <a:gd name="T18" fmla="*/ 0 60000 65536"/>
                  <a:gd name="T19" fmla="*/ 0 60000 65536"/>
                  <a:gd name="T20" fmla="*/ 0 60000 65536"/>
                  <a:gd name="T21" fmla="*/ 0 60000 65536"/>
                  <a:gd name="T22" fmla="*/ 0 60000 65536"/>
                  <a:gd name="T23" fmla="*/ 0 60000 65536"/>
                  <a:gd name="T24" fmla="*/ 0 w 311150"/>
                  <a:gd name="T25" fmla="*/ 0 h 97789"/>
                  <a:gd name="T26" fmla="*/ 311150 w 311150"/>
                  <a:gd name="T27" fmla="*/ 97789 h 977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1150" h="97789">
                    <a:moveTo>
                      <a:pt x="311150" y="0"/>
                    </a:moveTo>
                    <a:lnTo>
                      <a:pt x="166370" y="7619"/>
                    </a:lnTo>
                    <a:lnTo>
                      <a:pt x="147320" y="7619"/>
                    </a:lnTo>
                    <a:lnTo>
                      <a:pt x="128270" y="6350"/>
                    </a:lnTo>
                    <a:lnTo>
                      <a:pt x="106679" y="3809"/>
                    </a:lnTo>
                    <a:lnTo>
                      <a:pt x="81279" y="0"/>
                    </a:lnTo>
                    <a:lnTo>
                      <a:pt x="0" y="97789"/>
                    </a:lnTo>
                    <a:lnTo>
                      <a:pt x="311150" y="0"/>
                    </a:lnTo>
                    <a:close/>
                  </a:path>
                </a:pathLst>
              </a:custGeom>
              <a:solidFill>
                <a:srgbClr val="DAAE82">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09" name="object 110"/>
              <p:cNvSpPr>
                <a:spLocks/>
              </p:cNvSpPr>
              <p:nvPr/>
            </p:nvSpPr>
            <p:spPr bwMode="auto">
              <a:xfrm>
                <a:off x="8223249" y="3788410"/>
                <a:ext cx="311150" cy="97790"/>
              </a:xfrm>
              <a:custGeom>
                <a:avLst/>
                <a:gdLst>
                  <a:gd name="T0" fmla="*/ 0 w 311150"/>
                  <a:gd name="T1" fmla="*/ 97799 h 97789"/>
                  <a:gd name="T2" fmla="*/ 81279 w 311150"/>
                  <a:gd name="T3" fmla="*/ 0 h 97789"/>
                  <a:gd name="T4" fmla="*/ 120060 w 311150"/>
                  <a:gd name="T5" fmla="*/ 5852 h 97789"/>
                  <a:gd name="T6" fmla="*/ 151038 w 311150"/>
                  <a:gd name="T7" fmla="*/ 7498 h 97789"/>
                  <a:gd name="T8" fmla="*/ 185613 w 311150"/>
                  <a:gd name="T9" fmla="*/ 6217 h 97789"/>
                  <a:gd name="T10" fmla="*/ 235183 w 311150"/>
                  <a:gd name="T11" fmla="*/ 3291 h 97789"/>
                  <a:gd name="T12" fmla="*/ 311150 w 311150"/>
                  <a:gd name="T13" fmla="*/ 0 h 97789"/>
                  <a:gd name="T14" fmla="*/ 0 w 311150"/>
                  <a:gd name="T15" fmla="*/ 97799 h 97789"/>
                  <a:gd name="T16" fmla="*/ 0 60000 65536"/>
                  <a:gd name="T17" fmla="*/ 0 60000 65536"/>
                  <a:gd name="T18" fmla="*/ 0 60000 65536"/>
                  <a:gd name="T19" fmla="*/ 0 60000 65536"/>
                  <a:gd name="T20" fmla="*/ 0 60000 65536"/>
                  <a:gd name="T21" fmla="*/ 0 60000 65536"/>
                  <a:gd name="T22" fmla="*/ 0 60000 65536"/>
                  <a:gd name="T23" fmla="*/ 0 60000 65536"/>
                  <a:gd name="T24" fmla="*/ 0 w 311150"/>
                  <a:gd name="T25" fmla="*/ 0 h 97789"/>
                  <a:gd name="T26" fmla="*/ 311150 w 311150"/>
                  <a:gd name="T27" fmla="*/ 97789 h 977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1150" h="97789">
                    <a:moveTo>
                      <a:pt x="0" y="97789"/>
                    </a:moveTo>
                    <a:lnTo>
                      <a:pt x="81279" y="0"/>
                    </a:lnTo>
                    <a:lnTo>
                      <a:pt x="120060" y="5852"/>
                    </a:lnTo>
                    <a:lnTo>
                      <a:pt x="151038" y="7498"/>
                    </a:lnTo>
                    <a:lnTo>
                      <a:pt x="185613" y="6217"/>
                    </a:lnTo>
                    <a:lnTo>
                      <a:pt x="235183" y="3291"/>
                    </a:lnTo>
                    <a:lnTo>
                      <a:pt x="311150" y="0"/>
                    </a:lnTo>
                    <a:lnTo>
                      <a:pt x="0" y="97789"/>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410" name="object 111"/>
            <p:cNvSpPr txBox="1"/>
            <p:nvPr/>
          </p:nvSpPr>
          <p:spPr>
            <a:xfrm>
              <a:off x="7324725" y="3508375"/>
              <a:ext cx="973138" cy="197490"/>
            </a:xfrm>
            <a:prstGeom prst="rect">
              <a:avLst/>
            </a:prstGeom>
          </p:spPr>
          <p:txBody>
            <a:bodyPr lIns="0" tIns="12700" rIns="0" bIns="0">
              <a:spAutoFit/>
            </a:bodyPr>
            <a:lstStyle/>
            <a:p>
              <a:pPr marL="12700">
                <a:spcBef>
                  <a:spcPts val="100"/>
                </a:spcBef>
                <a:defRPr/>
              </a:pPr>
              <a:r>
                <a:rPr sz="1200" b="1" spc="-5" dirty="0">
                  <a:latin typeface="Times New Roman" pitchFamily="18" charset="0"/>
                  <a:cs typeface="Times New Roman" pitchFamily="18" charset="0"/>
                </a:rPr>
                <a:t>TRANSPORT</a:t>
              </a:r>
              <a:endParaRPr sz="1200" b="1">
                <a:latin typeface="Times New Roman" pitchFamily="18" charset="0"/>
                <a:cs typeface="Times New Roman" pitchFamily="18" charset="0"/>
              </a:endParaRPr>
            </a:p>
          </p:txBody>
        </p:sp>
        <p:grpSp>
          <p:nvGrpSpPr>
            <p:cNvPr id="411" name="object 112"/>
            <p:cNvGrpSpPr>
              <a:grpSpLocks/>
            </p:cNvGrpSpPr>
            <p:nvPr/>
          </p:nvGrpSpPr>
          <p:grpSpPr bwMode="auto">
            <a:xfrm>
              <a:off x="7081838" y="4186238"/>
              <a:ext cx="1470025" cy="479425"/>
              <a:chOff x="7081927" y="4186327"/>
              <a:chExt cx="1470025" cy="479425"/>
            </a:xfrm>
          </p:grpSpPr>
          <p:sp>
            <p:nvSpPr>
              <p:cNvPr id="412" name="object 113"/>
              <p:cNvSpPr>
                <a:spLocks/>
              </p:cNvSpPr>
              <p:nvPr/>
            </p:nvSpPr>
            <p:spPr bwMode="auto">
              <a:xfrm>
                <a:off x="7099299" y="4203700"/>
                <a:ext cx="1447800" cy="457200"/>
              </a:xfrm>
              <a:custGeom>
                <a:avLst/>
                <a:gdLst>
                  <a:gd name="T0" fmla="*/ 1447800 w 1447800"/>
                  <a:gd name="T1" fmla="*/ 0 h 457200"/>
                  <a:gd name="T2" fmla="*/ 0 w 1447800"/>
                  <a:gd name="T3" fmla="*/ 0 h 457200"/>
                  <a:gd name="T4" fmla="*/ 0 w 1447800"/>
                  <a:gd name="T5" fmla="*/ 457200 h 457200"/>
                  <a:gd name="T6" fmla="*/ 1083309 w 1447800"/>
                  <a:gd name="T7" fmla="*/ 457200 h 457200"/>
                  <a:gd name="T8" fmla="*/ 1447800 w 1447800"/>
                  <a:gd name="T9" fmla="*/ 34163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83309" y="457200"/>
                    </a:lnTo>
                    <a:lnTo>
                      <a:pt x="1447800" y="34163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13" name="object 114"/>
              <p:cNvSpPr>
                <a:spLocks/>
              </p:cNvSpPr>
              <p:nvPr/>
            </p:nvSpPr>
            <p:spPr bwMode="auto">
              <a:xfrm>
                <a:off x="7099299" y="4203700"/>
                <a:ext cx="1447800" cy="457200"/>
              </a:xfrm>
              <a:custGeom>
                <a:avLst/>
                <a:gdLst>
                  <a:gd name="T0" fmla="*/ 0 w 1447800"/>
                  <a:gd name="T1" fmla="*/ 0 h 457200"/>
                  <a:gd name="T2" fmla="*/ 1447800 w 1447800"/>
                  <a:gd name="T3" fmla="*/ 0 h 457200"/>
                  <a:gd name="T4" fmla="*/ 1447800 w 1447800"/>
                  <a:gd name="T5" fmla="*/ 341630 h 457200"/>
                  <a:gd name="T6" fmla="*/ 1083309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1630"/>
                    </a:lnTo>
                    <a:lnTo>
                      <a:pt x="1083309"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14" name="object 115"/>
              <p:cNvSpPr>
                <a:spLocks/>
              </p:cNvSpPr>
              <p:nvPr/>
            </p:nvSpPr>
            <p:spPr bwMode="auto">
              <a:xfrm>
                <a:off x="8182609" y="4545330"/>
                <a:ext cx="364490" cy="115570"/>
              </a:xfrm>
              <a:custGeom>
                <a:avLst/>
                <a:gdLst>
                  <a:gd name="T0" fmla="*/ 364490 w 364490"/>
                  <a:gd name="T1" fmla="*/ 0 h 115570"/>
                  <a:gd name="T2" fmla="*/ 195580 w 364490"/>
                  <a:gd name="T3" fmla="*/ 8890 h 115570"/>
                  <a:gd name="T4" fmla="*/ 149860 w 364490"/>
                  <a:gd name="T5" fmla="*/ 8890 h 115570"/>
                  <a:gd name="T6" fmla="*/ 124460 w 364490"/>
                  <a:gd name="T7" fmla="*/ 5080 h 115570"/>
                  <a:gd name="T8" fmla="*/ 93980 w 364490"/>
                  <a:gd name="T9" fmla="*/ 0 h 115570"/>
                  <a:gd name="T10" fmla="*/ 0 w 364490"/>
                  <a:gd name="T11" fmla="*/ 115570 h 115570"/>
                  <a:gd name="T12" fmla="*/ 364490 w 364490"/>
                  <a:gd name="T13" fmla="*/ 0 h 115570"/>
                  <a:gd name="T14" fmla="*/ 0 60000 65536"/>
                  <a:gd name="T15" fmla="*/ 0 60000 65536"/>
                  <a:gd name="T16" fmla="*/ 0 60000 65536"/>
                  <a:gd name="T17" fmla="*/ 0 60000 65536"/>
                  <a:gd name="T18" fmla="*/ 0 60000 65536"/>
                  <a:gd name="T19" fmla="*/ 0 60000 65536"/>
                  <a:gd name="T20" fmla="*/ 0 60000 65536"/>
                  <a:gd name="T21" fmla="*/ 0 w 364490"/>
                  <a:gd name="T22" fmla="*/ 0 h 115570"/>
                  <a:gd name="T23" fmla="*/ 364490 w 364490"/>
                  <a:gd name="T24" fmla="*/ 115570 h 115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90" h="115570">
                    <a:moveTo>
                      <a:pt x="364490" y="0"/>
                    </a:moveTo>
                    <a:lnTo>
                      <a:pt x="195580" y="8890"/>
                    </a:lnTo>
                    <a:lnTo>
                      <a:pt x="149860" y="8890"/>
                    </a:lnTo>
                    <a:lnTo>
                      <a:pt x="124460" y="5080"/>
                    </a:lnTo>
                    <a:lnTo>
                      <a:pt x="93980" y="0"/>
                    </a:lnTo>
                    <a:lnTo>
                      <a:pt x="0" y="115570"/>
                    </a:lnTo>
                    <a:lnTo>
                      <a:pt x="36449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15" name="object 116"/>
              <p:cNvSpPr>
                <a:spLocks/>
              </p:cNvSpPr>
              <p:nvPr/>
            </p:nvSpPr>
            <p:spPr bwMode="auto">
              <a:xfrm>
                <a:off x="8182609" y="4545330"/>
                <a:ext cx="364490" cy="115570"/>
              </a:xfrm>
              <a:custGeom>
                <a:avLst/>
                <a:gdLst>
                  <a:gd name="T0" fmla="*/ 0 w 364490"/>
                  <a:gd name="T1" fmla="*/ 115570 h 115570"/>
                  <a:gd name="T2" fmla="*/ 93980 w 364490"/>
                  <a:gd name="T3" fmla="*/ 0 h 115570"/>
                  <a:gd name="T4" fmla="*/ 133067 w 364490"/>
                  <a:gd name="T5" fmla="*/ 6261 h 115570"/>
                  <a:gd name="T6" fmla="*/ 164112 w 364490"/>
                  <a:gd name="T7" fmla="*/ 9031 h 115570"/>
                  <a:gd name="T8" fmla="*/ 194945 w 364490"/>
                  <a:gd name="T9" fmla="*/ 9048 h 115570"/>
                  <a:gd name="T10" fmla="*/ 233397 w 364490"/>
                  <a:gd name="T11" fmla="*/ 7055 h 115570"/>
                  <a:gd name="T12" fmla="*/ 287302 w 364490"/>
                  <a:gd name="T13" fmla="*/ 3792 h 115570"/>
                  <a:gd name="T14" fmla="*/ 364490 w 364490"/>
                  <a:gd name="T15" fmla="*/ 0 h 115570"/>
                  <a:gd name="T16" fmla="*/ 0 w 364490"/>
                  <a:gd name="T17" fmla="*/ 115570 h 1155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4490"/>
                  <a:gd name="T28" fmla="*/ 0 h 115570"/>
                  <a:gd name="T29" fmla="*/ 364490 w 364490"/>
                  <a:gd name="T30" fmla="*/ 115570 h 1155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4490" h="115570">
                    <a:moveTo>
                      <a:pt x="0" y="115570"/>
                    </a:moveTo>
                    <a:lnTo>
                      <a:pt x="93980" y="0"/>
                    </a:lnTo>
                    <a:lnTo>
                      <a:pt x="133067" y="6261"/>
                    </a:lnTo>
                    <a:lnTo>
                      <a:pt x="164112" y="9031"/>
                    </a:lnTo>
                    <a:lnTo>
                      <a:pt x="194945" y="9048"/>
                    </a:lnTo>
                    <a:lnTo>
                      <a:pt x="233397" y="7055"/>
                    </a:lnTo>
                    <a:lnTo>
                      <a:pt x="287302" y="3792"/>
                    </a:lnTo>
                    <a:lnTo>
                      <a:pt x="364490" y="0"/>
                    </a:lnTo>
                    <a:lnTo>
                      <a:pt x="0" y="11557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16" name="object 117"/>
              <p:cNvSpPr>
                <a:spLocks/>
              </p:cNvSpPr>
              <p:nvPr/>
            </p:nvSpPr>
            <p:spPr bwMode="auto">
              <a:xfrm>
                <a:off x="7086599" y="4191000"/>
                <a:ext cx="1447800" cy="457200"/>
              </a:xfrm>
              <a:custGeom>
                <a:avLst/>
                <a:gdLst>
                  <a:gd name="T0" fmla="*/ 1447800 w 1447800"/>
                  <a:gd name="T1" fmla="*/ 0 h 457200"/>
                  <a:gd name="T2" fmla="*/ 0 w 1447800"/>
                  <a:gd name="T3" fmla="*/ 0 h 457200"/>
                  <a:gd name="T4" fmla="*/ 0 w 1447800"/>
                  <a:gd name="T5" fmla="*/ 457200 h 457200"/>
                  <a:gd name="T6" fmla="*/ 1083309 w 1447800"/>
                  <a:gd name="T7" fmla="*/ 457200 h 457200"/>
                  <a:gd name="T8" fmla="*/ 1447800 w 1447800"/>
                  <a:gd name="T9" fmla="*/ 34163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83309" y="457200"/>
                    </a:lnTo>
                    <a:lnTo>
                      <a:pt x="1447800" y="341630"/>
                    </a:lnTo>
                    <a:lnTo>
                      <a:pt x="1447800" y="0"/>
                    </a:lnTo>
                    <a:close/>
                  </a:path>
                </a:pathLst>
              </a:custGeom>
              <a:solidFill>
                <a:srgbClr val="CCFFCC">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17" name="object 118"/>
              <p:cNvSpPr>
                <a:spLocks/>
              </p:cNvSpPr>
              <p:nvPr/>
            </p:nvSpPr>
            <p:spPr bwMode="auto">
              <a:xfrm>
                <a:off x="7086599" y="4191000"/>
                <a:ext cx="1447800" cy="457200"/>
              </a:xfrm>
              <a:custGeom>
                <a:avLst/>
                <a:gdLst>
                  <a:gd name="T0" fmla="*/ 0 w 1447800"/>
                  <a:gd name="T1" fmla="*/ 0 h 457200"/>
                  <a:gd name="T2" fmla="*/ 1447800 w 1447800"/>
                  <a:gd name="T3" fmla="*/ 0 h 457200"/>
                  <a:gd name="T4" fmla="*/ 1447800 w 1447800"/>
                  <a:gd name="T5" fmla="*/ 341630 h 457200"/>
                  <a:gd name="T6" fmla="*/ 1083309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1630"/>
                    </a:lnTo>
                    <a:lnTo>
                      <a:pt x="1083309"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18" name="object 119"/>
              <p:cNvSpPr>
                <a:spLocks/>
              </p:cNvSpPr>
              <p:nvPr/>
            </p:nvSpPr>
            <p:spPr bwMode="auto">
              <a:xfrm>
                <a:off x="8169909" y="4532630"/>
                <a:ext cx="364490" cy="115570"/>
              </a:xfrm>
              <a:custGeom>
                <a:avLst/>
                <a:gdLst>
                  <a:gd name="T0" fmla="*/ 364490 w 364490"/>
                  <a:gd name="T1" fmla="*/ 0 h 115570"/>
                  <a:gd name="T2" fmla="*/ 195580 w 364490"/>
                  <a:gd name="T3" fmla="*/ 8890 h 115570"/>
                  <a:gd name="T4" fmla="*/ 149860 w 364490"/>
                  <a:gd name="T5" fmla="*/ 8890 h 115570"/>
                  <a:gd name="T6" fmla="*/ 124460 w 364490"/>
                  <a:gd name="T7" fmla="*/ 5080 h 115570"/>
                  <a:gd name="T8" fmla="*/ 93980 w 364490"/>
                  <a:gd name="T9" fmla="*/ 0 h 115570"/>
                  <a:gd name="T10" fmla="*/ 0 w 364490"/>
                  <a:gd name="T11" fmla="*/ 115570 h 115570"/>
                  <a:gd name="T12" fmla="*/ 364490 w 364490"/>
                  <a:gd name="T13" fmla="*/ 0 h 115570"/>
                  <a:gd name="T14" fmla="*/ 0 60000 65536"/>
                  <a:gd name="T15" fmla="*/ 0 60000 65536"/>
                  <a:gd name="T16" fmla="*/ 0 60000 65536"/>
                  <a:gd name="T17" fmla="*/ 0 60000 65536"/>
                  <a:gd name="T18" fmla="*/ 0 60000 65536"/>
                  <a:gd name="T19" fmla="*/ 0 60000 65536"/>
                  <a:gd name="T20" fmla="*/ 0 60000 65536"/>
                  <a:gd name="T21" fmla="*/ 0 w 364490"/>
                  <a:gd name="T22" fmla="*/ 0 h 115570"/>
                  <a:gd name="T23" fmla="*/ 364490 w 364490"/>
                  <a:gd name="T24" fmla="*/ 115570 h 115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90" h="115570">
                    <a:moveTo>
                      <a:pt x="364490" y="0"/>
                    </a:moveTo>
                    <a:lnTo>
                      <a:pt x="195580" y="8890"/>
                    </a:lnTo>
                    <a:lnTo>
                      <a:pt x="149860" y="8890"/>
                    </a:lnTo>
                    <a:lnTo>
                      <a:pt x="124460" y="5080"/>
                    </a:lnTo>
                    <a:lnTo>
                      <a:pt x="93980" y="0"/>
                    </a:lnTo>
                    <a:lnTo>
                      <a:pt x="0" y="115570"/>
                    </a:lnTo>
                    <a:lnTo>
                      <a:pt x="364490" y="0"/>
                    </a:lnTo>
                    <a:close/>
                  </a:path>
                </a:pathLst>
              </a:custGeom>
              <a:solidFill>
                <a:srgbClr val="AEDAAE">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19" name="object 120"/>
              <p:cNvSpPr>
                <a:spLocks/>
              </p:cNvSpPr>
              <p:nvPr/>
            </p:nvSpPr>
            <p:spPr bwMode="auto">
              <a:xfrm>
                <a:off x="8169909" y="4532630"/>
                <a:ext cx="364490" cy="115570"/>
              </a:xfrm>
              <a:custGeom>
                <a:avLst/>
                <a:gdLst>
                  <a:gd name="T0" fmla="*/ 0 w 364490"/>
                  <a:gd name="T1" fmla="*/ 115570 h 115570"/>
                  <a:gd name="T2" fmla="*/ 93980 w 364490"/>
                  <a:gd name="T3" fmla="*/ 0 h 115570"/>
                  <a:gd name="T4" fmla="*/ 133067 w 364490"/>
                  <a:gd name="T5" fmla="*/ 6261 h 115570"/>
                  <a:gd name="T6" fmla="*/ 164112 w 364490"/>
                  <a:gd name="T7" fmla="*/ 9031 h 115570"/>
                  <a:gd name="T8" fmla="*/ 194945 w 364490"/>
                  <a:gd name="T9" fmla="*/ 9048 h 115570"/>
                  <a:gd name="T10" fmla="*/ 233397 w 364490"/>
                  <a:gd name="T11" fmla="*/ 7055 h 115570"/>
                  <a:gd name="T12" fmla="*/ 287302 w 364490"/>
                  <a:gd name="T13" fmla="*/ 3792 h 115570"/>
                  <a:gd name="T14" fmla="*/ 364490 w 364490"/>
                  <a:gd name="T15" fmla="*/ 0 h 115570"/>
                  <a:gd name="T16" fmla="*/ 0 w 364490"/>
                  <a:gd name="T17" fmla="*/ 115570 h 1155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4490"/>
                  <a:gd name="T28" fmla="*/ 0 h 115570"/>
                  <a:gd name="T29" fmla="*/ 364490 w 364490"/>
                  <a:gd name="T30" fmla="*/ 115570 h 1155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4490" h="115570">
                    <a:moveTo>
                      <a:pt x="0" y="115570"/>
                    </a:moveTo>
                    <a:lnTo>
                      <a:pt x="93980" y="0"/>
                    </a:lnTo>
                    <a:lnTo>
                      <a:pt x="133067" y="6261"/>
                    </a:lnTo>
                    <a:lnTo>
                      <a:pt x="164112" y="9031"/>
                    </a:lnTo>
                    <a:lnTo>
                      <a:pt x="194945" y="9048"/>
                    </a:lnTo>
                    <a:lnTo>
                      <a:pt x="233397" y="7055"/>
                    </a:lnTo>
                    <a:lnTo>
                      <a:pt x="287302" y="3792"/>
                    </a:lnTo>
                    <a:lnTo>
                      <a:pt x="364490" y="0"/>
                    </a:lnTo>
                    <a:lnTo>
                      <a:pt x="0" y="11557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420" name="object 121"/>
            <p:cNvSpPr txBox="1"/>
            <p:nvPr/>
          </p:nvSpPr>
          <p:spPr>
            <a:xfrm>
              <a:off x="7288212" y="4262438"/>
              <a:ext cx="1017588" cy="197490"/>
            </a:xfrm>
            <a:prstGeom prst="rect">
              <a:avLst/>
            </a:prstGeom>
          </p:spPr>
          <p:txBody>
            <a:bodyPr wrap="square" lIns="0" tIns="12700" rIns="0" bIns="0">
              <a:spAutoFit/>
            </a:bodyPr>
            <a:lstStyle/>
            <a:p>
              <a:pPr marL="12700">
                <a:spcBef>
                  <a:spcPts val="100"/>
                </a:spcBef>
                <a:defRPr/>
              </a:pPr>
              <a:r>
                <a:rPr sz="1200" b="1" spc="-10" dirty="0">
                  <a:solidFill>
                    <a:srgbClr val="333300"/>
                  </a:solidFill>
                  <a:latin typeface="Times New Roman" pitchFamily="18" charset="0"/>
                  <a:cs typeface="Times New Roman" pitchFamily="18" charset="0"/>
                </a:rPr>
                <a:t>N</a:t>
              </a:r>
              <a:r>
                <a:rPr sz="1200" b="1" dirty="0">
                  <a:solidFill>
                    <a:srgbClr val="333300"/>
                  </a:solidFill>
                  <a:latin typeface="Times New Roman" pitchFamily="18" charset="0"/>
                  <a:cs typeface="Times New Roman" pitchFamily="18" charset="0"/>
                </a:rPr>
                <a:t>E</a:t>
              </a:r>
              <a:r>
                <a:rPr sz="1200" b="1" spc="5" dirty="0">
                  <a:solidFill>
                    <a:srgbClr val="333300"/>
                  </a:solidFill>
                  <a:latin typeface="Times New Roman" pitchFamily="18" charset="0"/>
                  <a:cs typeface="Times New Roman" pitchFamily="18" charset="0"/>
                </a:rPr>
                <a:t>T</a:t>
              </a:r>
              <a:r>
                <a:rPr sz="1200" b="1" spc="-5" dirty="0">
                  <a:solidFill>
                    <a:srgbClr val="333300"/>
                  </a:solidFill>
                  <a:latin typeface="Times New Roman" pitchFamily="18" charset="0"/>
                  <a:cs typeface="Times New Roman" pitchFamily="18" charset="0"/>
                </a:rPr>
                <a:t>WO</a:t>
              </a:r>
              <a:r>
                <a:rPr sz="1200" b="1" dirty="0">
                  <a:solidFill>
                    <a:srgbClr val="333300"/>
                  </a:solidFill>
                  <a:latin typeface="Times New Roman" pitchFamily="18" charset="0"/>
                  <a:cs typeface="Times New Roman" pitchFamily="18" charset="0"/>
                </a:rPr>
                <a:t>RK</a:t>
              </a:r>
              <a:endParaRPr sz="1200" b="1" dirty="0">
                <a:latin typeface="Times New Roman" pitchFamily="18" charset="0"/>
                <a:cs typeface="Times New Roman" pitchFamily="18" charset="0"/>
              </a:endParaRPr>
            </a:p>
          </p:txBody>
        </p:sp>
        <p:grpSp>
          <p:nvGrpSpPr>
            <p:cNvPr id="421" name="object 122"/>
            <p:cNvGrpSpPr>
              <a:grpSpLocks/>
            </p:cNvGrpSpPr>
            <p:nvPr/>
          </p:nvGrpSpPr>
          <p:grpSpPr bwMode="auto">
            <a:xfrm>
              <a:off x="7081838" y="4948238"/>
              <a:ext cx="1470025" cy="479425"/>
              <a:chOff x="7081927" y="4948327"/>
              <a:chExt cx="1470025" cy="479425"/>
            </a:xfrm>
          </p:grpSpPr>
          <p:sp>
            <p:nvSpPr>
              <p:cNvPr id="422" name="object 123"/>
              <p:cNvSpPr>
                <a:spLocks/>
              </p:cNvSpPr>
              <p:nvPr/>
            </p:nvSpPr>
            <p:spPr bwMode="auto">
              <a:xfrm>
                <a:off x="7099299" y="4965700"/>
                <a:ext cx="1447800" cy="457200"/>
              </a:xfrm>
              <a:custGeom>
                <a:avLst/>
                <a:gdLst>
                  <a:gd name="T0" fmla="*/ 1447800 w 1447800"/>
                  <a:gd name="T1" fmla="*/ 0 h 457200"/>
                  <a:gd name="T2" fmla="*/ 0 w 1447800"/>
                  <a:gd name="T3" fmla="*/ 0 h 457200"/>
                  <a:gd name="T4" fmla="*/ 0 w 1447800"/>
                  <a:gd name="T5" fmla="*/ 457200 h 457200"/>
                  <a:gd name="T6" fmla="*/ 1096009 w 1447800"/>
                  <a:gd name="T7" fmla="*/ 457200 h 457200"/>
                  <a:gd name="T8" fmla="*/ 1447800 w 1447800"/>
                  <a:gd name="T9" fmla="*/ 34544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96009" y="457200"/>
                    </a:lnTo>
                    <a:lnTo>
                      <a:pt x="1447800" y="34544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23" name="object 124"/>
              <p:cNvSpPr>
                <a:spLocks/>
              </p:cNvSpPr>
              <p:nvPr/>
            </p:nvSpPr>
            <p:spPr bwMode="auto">
              <a:xfrm>
                <a:off x="7099299" y="4965700"/>
                <a:ext cx="1447800" cy="457200"/>
              </a:xfrm>
              <a:custGeom>
                <a:avLst/>
                <a:gdLst>
                  <a:gd name="T0" fmla="*/ 0 w 1447800"/>
                  <a:gd name="T1" fmla="*/ 0 h 457200"/>
                  <a:gd name="T2" fmla="*/ 1447800 w 1447800"/>
                  <a:gd name="T3" fmla="*/ 0 h 457200"/>
                  <a:gd name="T4" fmla="*/ 1447800 w 1447800"/>
                  <a:gd name="T5" fmla="*/ 345440 h 457200"/>
                  <a:gd name="T6" fmla="*/ 1096009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5440"/>
                    </a:lnTo>
                    <a:lnTo>
                      <a:pt x="1096009"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24" name="object 125"/>
              <p:cNvSpPr>
                <a:spLocks/>
              </p:cNvSpPr>
              <p:nvPr/>
            </p:nvSpPr>
            <p:spPr bwMode="auto">
              <a:xfrm>
                <a:off x="8195309" y="5311140"/>
                <a:ext cx="351790" cy="111760"/>
              </a:xfrm>
              <a:custGeom>
                <a:avLst/>
                <a:gdLst>
                  <a:gd name="T0" fmla="*/ 351790 w 351790"/>
                  <a:gd name="T1" fmla="*/ 0 h 111760"/>
                  <a:gd name="T2" fmla="*/ 187960 w 351790"/>
                  <a:gd name="T3" fmla="*/ 8890 h 111760"/>
                  <a:gd name="T4" fmla="*/ 165100 w 351790"/>
                  <a:gd name="T5" fmla="*/ 8890 h 111760"/>
                  <a:gd name="T6" fmla="*/ 143510 w 351790"/>
                  <a:gd name="T7" fmla="*/ 7620 h 111760"/>
                  <a:gd name="T8" fmla="*/ 119380 w 351790"/>
                  <a:gd name="T9" fmla="*/ 5080 h 111760"/>
                  <a:gd name="T10" fmla="*/ 91440 w 351790"/>
                  <a:gd name="T11" fmla="*/ 0 h 111760"/>
                  <a:gd name="T12" fmla="*/ 0 w 351790"/>
                  <a:gd name="T13" fmla="*/ 111760 h 111760"/>
                  <a:gd name="T14" fmla="*/ 351790 w 351790"/>
                  <a:gd name="T15" fmla="*/ 0 h 111760"/>
                  <a:gd name="T16" fmla="*/ 0 60000 65536"/>
                  <a:gd name="T17" fmla="*/ 0 60000 65536"/>
                  <a:gd name="T18" fmla="*/ 0 60000 65536"/>
                  <a:gd name="T19" fmla="*/ 0 60000 65536"/>
                  <a:gd name="T20" fmla="*/ 0 60000 65536"/>
                  <a:gd name="T21" fmla="*/ 0 60000 65536"/>
                  <a:gd name="T22" fmla="*/ 0 60000 65536"/>
                  <a:gd name="T23" fmla="*/ 0 60000 65536"/>
                  <a:gd name="T24" fmla="*/ 0 w 351790"/>
                  <a:gd name="T25" fmla="*/ 0 h 111760"/>
                  <a:gd name="T26" fmla="*/ 351790 w 351790"/>
                  <a:gd name="T27" fmla="*/ 111760 h 11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1790" h="111760">
                    <a:moveTo>
                      <a:pt x="351790" y="0"/>
                    </a:moveTo>
                    <a:lnTo>
                      <a:pt x="187960" y="8890"/>
                    </a:lnTo>
                    <a:lnTo>
                      <a:pt x="165100" y="8890"/>
                    </a:lnTo>
                    <a:lnTo>
                      <a:pt x="143510" y="7620"/>
                    </a:lnTo>
                    <a:lnTo>
                      <a:pt x="119380" y="5080"/>
                    </a:lnTo>
                    <a:lnTo>
                      <a:pt x="91440" y="0"/>
                    </a:lnTo>
                    <a:lnTo>
                      <a:pt x="0" y="111760"/>
                    </a:lnTo>
                    <a:lnTo>
                      <a:pt x="35179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25" name="object 126"/>
              <p:cNvSpPr>
                <a:spLocks/>
              </p:cNvSpPr>
              <p:nvPr/>
            </p:nvSpPr>
            <p:spPr bwMode="auto">
              <a:xfrm>
                <a:off x="8195309" y="5311140"/>
                <a:ext cx="351790" cy="111760"/>
              </a:xfrm>
              <a:custGeom>
                <a:avLst/>
                <a:gdLst>
                  <a:gd name="T0" fmla="*/ 0 w 351790"/>
                  <a:gd name="T1" fmla="*/ 111760 h 111760"/>
                  <a:gd name="T2" fmla="*/ 91440 w 351790"/>
                  <a:gd name="T3" fmla="*/ 0 h 111760"/>
                  <a:gd name="T4" fmla="*/ 135219 w 351790"/>
                  <a:gd name="T5" fmla="*/ 7071 h 111760"/>
                  <a:gd name="T6" fmla="*/ 170098 w 351790"/>
                  <a:gd name="T7" fmla="*/ 9326 h 111760"/>
                  <a:gd name="T8" fmla="*/ 209123 w 351790"/>
                  <a:gd name="T9" fmla="*/ 8046 h 111760"/>
                  <a:gd name="T10" fmla="*/ 265338 w 351790"/>
                  <a:gd name="T11" fmla="*/ 4511 h 111760"/>
                  <a:gd name="T12" fmla="*/ 351790 w 351790"/>
                  <a:gd name="T13" fmla="*/ 0 h 111760"/>
                  <a:gd name="T14" fmla="*/ 0 w 351790"/>
                  <a:gd name="T15" fmla="*/ 111760 h 111760"/>
                  <a:gd name="T16" fmla="*/ 0 60000 65536"/>
                  <a:gd name="T17" fmla="*/ 0 60000 65536"/>
                  <a:gd name="T18" fmla="*/ 0 60000 65536"/>
                  <a:gd name="T19" fmla="*/ 0 60000 65536"/>
                  <a:gd name="T20" fmla="*/ 0 60000 65536"/>
                  <a:gd name="T21" fmla="*/ 0 60000 65536"/>
                  <a:gd name="T22" fmla="*/ 0 60000 65536"/>
                  <a:gd name="T23" fmla="*/ 0 60000 65536"/>
                  <a:gd name="T24" fmla="*/ 0 w 351790"/>
                  <a:gd name="T25" fmla="*/ 0 h 111760"/>
                  <a:gd name="T26" fmla="*/ 351790 w 351790"/>
                  <a:gd name="T27" fmla="*/ 111760 h 11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1790" h="111760">
                    <a:moveTo>
                      <a:pt x="0" y="111760"/>
                    </a:moveTo>
                    <a:lnTo>
                      <a:pt x="91440" y="0"/>
                    </a:lnTo>
                    <a:lnTo>
                      <a:pt x="135219" y="7071"/>
                    </a:lnTo>
                    <a:lnTo>
                      <a:pt x="170098" y="9326"/>
                    </a:lnTo>
                    <a:lnTo>
                      <a:pt x="209123" y="8046"/>
                    </a:lnTo>
                    <a:lnTo>
                      <a:pt x="265338" y="4511"/>
                    </a:lnTo>
                    <a:lnTo>
                      <a:pt x="351790" y="0"/>
                    </a:lnTo>
                    <a:lnTo>
                      <a:pt x="0" y="11176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26" name="object 127"/>
              <p:cNvSpPr>
                <a:spLocks/>
              </p:cNvSpPr>
              <p:nvPr/>
            </p:nvSpPr>
            <p:spPr bwMode="auto">
              <a:xfrm>
                <a:off x="7086599" y="4953000"/>
                <a:ext cx="1447800" cy="457200"/>
              </a:xfrm>
              <a:custGeom>
                <a:avLst/>
                <a:gdLst>
                  <a:gd name="T0" fmla="*/ 1447800 w 1447800"/>
                  <a:gd name="T1" fmla="*/ 0 h 457200"/>
                  <a:gd name="T2" fmla="*/ 0 w 1447800"/>
                  <a:gd name="T3" fmla="*/ 0 h 457200"/>
                  <a:gd name="T4" fmla="*/ 0 w 1447800"/>
                  <a:gd name="T5" fmla="*/ 457200 h 457200"/>
                  <a:gd name="T6" fmla="*/ 1096009 w 1447800"/>
                  <a:gd name="T7" fmla="*/ 457200 h 457200"/>
                  <a:gd name="T8" fmla="*/ 1447800 w 1447800"/>
                  <a:gd name="T9" fmla="*/ 34544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96009" y="457200"/>
                    </a:lnTo>
                    <a:lnTo>
                      <a:pt x="1447800" y="345440"/>
                    </a:lnTo>
                    <a:lnTo>
                      <a:pt x="1447800" y="0"/>
                    </a:lnTo>
                    <a:close/>
                  </a:path>
                </a:pathLst>
              </a:custGeom>
              <a:solidFill>
                <a:srgbClr val="98CCFF">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27" name="object 128"/>
              <p:cNvSpPr>
                <a:spLocks/>
              </p:cNvSpPr>
              <p:nvPr/>
            </p:nvSpPr>
            <p:spPr bwMode="auto">
              <a:xfrm>
                <a:off x="7086599" y="4953000"/>
                <a:ext cx="1447800" cy="457200"/>
              </a:xfrm>
              <a:custGeom>
                <a:avLst/>
                <a:gdLst>
                  <a:gd name="T0" fmla="*/ 0 w 1447800"/>
                  <a:gd name="T1" fmla="*/ 0 h 457200"/>
                  <a:gd name="T2" fmla="*/ 1447800 w 1447800"/>
                  <a:gd name="T3" fmla="*/ 0 h 457200"/>
                  <a:gd name="T4" fmla="*/ 1447800 w 1447800"/>
                  <a:gd name="T5" fmla="*/ 345440 h 457200"/>
                  <a:gd name="T6" fmla="*/ 1096009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5440"/>
                    </a:lnTo>
                    <a:lnTo>
                      <a:pt x="1096009"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28" name="object 129"/>
              <p:cNvSpPr>
                <a:spLocks/>
              </p:cNvSpPr>
              <p:nvPr/>
            </p:nvSpPr>
            <p:spPr bwMode="auto">
              <a:xfrm>
                <a:off x="8182609" y="5298440"/>
                <a:ext cx="351790" cy="111760"/>
              </a:xfrm>
              <a:custGeom>
                <a:avLst/>
                <a:gdLst>
                  <a:gd name="T0" fmla="*/ 351790 w 351790"/>
                  <a:gd name="T1" fmla="*/ 0 h 111760"/>
                  <a:gd name="T2" fmla="*/ 187960 w 351790"/>
                  <a:gd name="T3" fmla="*/ 8890 h 111760"/>
                  <a:gd name="T4" fmla="*/ 166370 w 351790"/>
                  <a:gd name="T5" fmla="*/ 8890 h 111760"/>
                  <a:gd name="T6" fmla="*/ 144780 w 351790"/>
                  <a:gd name="T7" fmla="*/ 7620 h 111760"/>
                  <a:gd name="T8" fmla="*/ 120650 w 351790"/>
                  <a:gd name="T9" fmla="*/ 5080 h 111760"/>
                  <a:gd name="T10" fmla="*/ 91440 w 351790"/>
                  <a:gd name="T11" fmla="*/ 0 h 111760"/>
                  <a:gd name="T12" fmla="*/ 0 w 351790"/>
                  <a:gd name="T13" fmla="*/ 111760 h 111760"/>
                  <a:gd name="T14" fmla="*/ 351790 w 351790"/>
                  <a:gd name="T15" fmla="*/ 0 h 111760"/>
                  <a:gd name="T16" fmla="*/ 0 60000 65536"/>
                  <a:gd name="T17" fmla="*/ 0 60000 65536"/>
                  <a:gd name="T18" fmla="*/ 0 60000 65536"/>
                  <a:gd name="T19" fmla="*/ 0 60000 65536"/>
                  <a:gd name="T20" fmla="*/ 0 60000 65536"/>
                  <a:gd name="T21" fmla="*/ 0 60000 65536"/>
                  <a:gd name="T22" fmla="*/ 0 60000 65536"/>
                  <a:gd name="T23" fmla="*/ 0 60000 65536"/>
                  <a:gd name="T24" fmla="*/ 0 w 351790"/>
                  <a:gd name="T25" fmla="*/ 0 h 111760"/>
                  <a:gd name="T26" fmla="*/ 351790 w 351790"/>
                  <a:gd name="T27" fmla="*/ 111760 h 11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1790" h="111760">
                    <a:moveTo>
                      <a:pt x="351790" y="0"/>
                    </a:moveTo>
                    <a:lnTo>
                      <a:pt x="187960" y="8890"/>
                    </a:lnTo>
                    <a:lnTo>
                      <a:pt x="166370" y="8890"/>
                    </a:lnTo>
                    <a:lnTo>
                      <a:pt x="144780" y="7620"/>
                    </a:lnTo>
                    <a:lnTo>
                      <a:pt x="120650" y="5080"/>
                    </a:lnTo>
                    <a:lnTo>
                      <a:pt x="91440" y="0"/>
                    </a:lnTo>
                    <a:lnTo>
                      <a:pt x="0" y="111760"/>
                    </a:lnTo>
                    <a:lnTo>
                      <a:pt x="351790" y="0"/>
                    </a:lnTo>
                    <a:close/>
                  </a:path>
                </a:pathLst>
              </a:custGeom>
              <a:solidFill>
                <a:srgbClr val="82AEDA">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29" name="object 130"/>
              <p:cNvSpPr>
                <a:spLocks/>
              </p:cNvSpPr>
              <p:nvPr/>
            </p:nvSpPr>
            <p:spPr bwMode="auto">
              <a:xfrm>
                <a:off x="8182609" y="5298440"/>
                <a:ext cx="351790" cy="111760"/>
              </a:xfrm>
              <a:custGeom>
                <a:avLst/>
                <a:gdLst>
                  <a:gd name="T0" fmla="*/ 0 w 351790"/>
                  <a:gd name="T1" fmla="*/ 111760 h 111760"/>
                  <a:gd name="T2" fmla="*/ 91440 w 351790"/>
                  <a:gd name="T3" fmla="*/ 0 h 111760"/>
                  <a:gd name="T4" fmla="*/ 135219 w 351790"/>
                  <a:gd name="T5" fmla="*/ 7071 h 111760"/>
                  <a:gd name="T6" fmla="*/ 170098 w 351790"/>
                  <a:gd name="T7" fmla="*/ 9326 h 111760"/>
                  <a:gd name="T8" fmla="*/ 209123 w 351790"/>
                  <a:gd name="T9" fmla="*/ 8046 h 111760"/>
                  <a:gd name="T10" fmla="*/ 265338 w 351790"/>
                  <a:gd name="T11" fmla="*/ 4511 h 111760"/>
                  <a:gd name="T12" fmla="*/ 351790 w 351790"/>
                  <a:gd name="T13" fmla="*/ 0 h 111760"/>
                  <a:gd name="T14" fmla="*/ 0 w 351790"/>
                  <a:gd name="T15" fmla="*/ 111760 h 111760"/>
                  <a:gd name="T16" fmla="*/ 0 60000 65536"/>
                  <a:gd name="T17" fmla="*/ 0 60000 65536"/>
                  <a:gd name="T18" fmla="*/ 0 60000 65536"/>
                  <a:gd name="T19" fmla="*/ 0 60000 65536"/>
                  <a:gd name="T20" fmla="*/ 0 60000 65536"/>
                  <a:gd name="T21" fmla="*/ 0 60000 65536"/>
                  <a:gd name="T22" fmla="*/ 0 60000 65536"/>
                  <a:gd name="T23" fmla="*/ 0 60000 65536"/>
                  <a:gd name="T24" fmla="*/ 0 w 351790"/>
                  <a:gd name="T25" fmla="*/ 0 h 111760"/>
                  <a:gd name="T26" fmla="*/ 351790 w 351790"/>
                  <a:gd name="T27" fmla="*/ 111760 h 11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1790" h="111760">
                    <a:moveTo>
                      <a:pt x="0" y="111760"/>
                    </a:moveTo>
                    <a:lnTo>
                      <a:pt x="91440" y="0"/>
                    </a:lnTo>
                    <a:lnTo>
                      <a:pt x="135219" y="7071"/>
                    </a:lnTo>
                    <a:lnTo>
                      <a:pt x="170098" y="9326"/>
                    </a:lnTo>
                    <a:lnTo>
                      <a:pt x="209123" y="8046"/>
                    </a:lnTo>
                    <a:lnTo>
                      <a:pt x="265338" y="4511"/>
                    </a:lnTo>
                    <a:lnTo>
                      <a:pt x="351790" y="0"/>
                    </a:lnTo>
                    <a:lnTo>
                      <a:pt x="0" y="11176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430" name="object 131"/>
            <p:cNvSpPr txBox="1"/>
            <p:nvPr/>
          </p:nvSpPr>
          <p:spPr>
            <a:xfrm>
              <a:off x="7388225" y="5026025"/>
              <a:ext cx="846138" cy="197490"/>
            </a:xfrm>
            <a:prstGeom prst="rect">
              <a:avLst/>
            </a:prstGeom>
          </p:spPr>
          <p:txBody>
            <a:bodyPr lIns="0" tIns="12700" rIns="0" bIns="0">
              <a:spAutoFit/>
            </a:bodyPr>
            <a:lstStyle/>
            <a:p>
              <a:pPr marL="12700">
                <a:spcBef>
                  <a:spcPts val="100"/>
                </a:spcBef>
                <a:defRPr/>
              </a:pPr>
              <a:r>
                <a:rPr sz="1200" b="1" spc="-5" dirty="0">
                  <a:solidFill>
                    <a:srgbClr val="000098"/>
                  </a:solidFill>
                  <a:latin typeface="Times New Roman" pitchFamily="18" charset="0"/>
                  <a:cs typeface="Times New Roman" pitchFamily="18" charset="0"/>
                </a:rPr>
                <a:t>DATA</a:t>
              </a:r>
              <a:r>
                <a:rPr sz="1200" b="1" spc="-75" dirty="0">
                  <a:solidFill>
                    <a:srgbClr val="000098"/>
                  </a:solidFill>
                  <a:latin typeface="Times New Roman" pitchFamily="18" charset="0"/>
                  <a:cs typeface="Times New Roman" pitchFamily="18" charset="0"/>
                </a:rPr>
                <a:t> </a:t>
              </a:r>
              <a:r>
                <a:rPr sz="1200" b="1" dirty="0">
                  <a:solidFill>
                    <a:srgbClr val="000098"/>
                  </a:solidFill>
                  <a:latin typeface="Times New Roman" pitchFamily="18" charset="0"/>
                  <a:cs typeface="Times New Roman" pitchFamily="18" charset="0"/>
                </a:rPr>
                <a:t>LINK</a:t>
              </a:r>
              <a:endParaRPr sz="1200" b="1">
                <a:latin typeface="Times New Roman" pitchFamily="18" charset="0"/>
                <a:cs typeface="Times New Roman" pitchFamily="18" charset="0"/>
              </a:endParaRPr>
            </a:p>
          </p:txBody>
        </p:sp>
        <p:grpSp>
          <p:nvGrpSpPr>
            <p:cNvPr id="431" name="object 132"/>
            <p:cNvGrpSpPr>
              <a:grpSpLocks/>
            </p:cNvGrpSpPr>
            <p:nvPr/>
          </p:nvGrpSpPr>
          <p:grpSpPr bwMode="auto">
            <a:xfrm>
              <a:off x="7081838" y="5710238"/>
              <a:ext cx="1470025" cy="479425"/>
              <a:chOff x="7081837" y="5710237"/>
              <a:chExt cx="1470025" cy="479425"/>
            </a:xfrm>
          </p:grpSpPr>
          <p:sp>
            <p:nvSpPr>
              <p:cNvPr id="432" name="object 133"/>
              <p:cNvSpPr>
                <a:spLocks/>
              </p:cNvSpPr>
              <p:nvPr/>
            </p:nvSpPr>
            <p:spPr bwMode="auto">
              <a:xfrm>
                <a:off x="7099300" y="5727700"/>
                <a:ext cx="1447800" cy="457200"/>
              </a:xfrm>
              <a:custGeom>
                <a:avLst/>
                <a:gdLst>
                  <a:gd name="T0" fmla="*/ 1447800 w 1447800"/>
                  <a:gd name="T1" fmla="*/ 0 h 457200"/>
                  <a:gd name="T2" fmla="*/ 0 w 1447800"/>
                  <a:gd name="T3" fmla="*/ 0 h 457200"/>
                  <a:gd name="T4" fmla="*/ 0 w 1447800"/>
                  <a:gd name="T5" fmla="*/ 457200 h 457200"/>
                  <a:gd name="T6" fmla="*/ 1083309 w 1447800"/>
                  <a:gd name="T7" fmla="*/ 457200 h 457200"/>
                  <a:gd name="T8" fmla="*/ 1447800 w 1447800"/>
                  <a:gd name="T9" fmla="*/ 34163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83309" y="457200"/>
                    </a:lnTo>
                    <a:lnTo>
                      <a:pt x="1447800" y="341630"/>
                    </a:lnTo>
                    <a:lnTo>
                      <a:pt x="144780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33" name="object 134"/>
              <p:cNvSpPr>
                <a:spLocks/>
              </p:cNvSpPr>
              <p:nvPr/>
            </p:nvSpPr>
            <p:spPr bwMode="auto">
              <a:xfrm>
                <a:off x="7099300" y="5727700"/>
                <a:ext cx="1447800" cy="457200"/>
              </a:xfrm>
              <a:custGeom>
                <a:avLst/>
                <a:gdLst>
                  <a:gd name="T0" fmla="*/ 0 w 1447800"/>
                  <a:gd name="T1" fmla="*/ 0 h 457200"/>
                  <a:gd name="T2" fmla="*/ 1447800 w 1447800"/>
                  <a:gd name="T3" fmla="*/ 0 h 457200"/>
                  <a:gd name="T4" fmla="*/ 1447800 w 1447800"/>
                  <a:gd name="T5" fmla="*/ 341630 h 457200"/>
                  <a:gd name="T6" fmla="*/ 1083309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1630"/>
                    </a:lnTo>
                    <a:lnTo>
                      <a:pt x="1083309" y="457200"/>
                    </a:lnTo>
                    <a:lnTo>
                      <a:pt x="0" y="457200"/>
                    </a:lnTo>
                    <a:lnTo>
                      <a:pt x="0" y="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34" name="object 135"/>
              <p:cNvSpPr>
                <a:spLocks/>
              </p:cNvSpPr>
              <p:nvPr/>
            </p:nvSpPr>
            <p:spPr bwMode="auto">
              <a:xfrm>
                <a:off x="8182610" y="6069329"/>
                <a:ext cx="364490" cy="115570"/>
              </a:xfrm>
              <a:custGeom>
                <a:avLst/>
                <a:gdLst>
                  <a:gd name="T0" fmla="*/ 364490 w 364490"/>
                  <a:gd name="T1" fmla="*/ 0 h 115570"/>
                  <a:gd name="T2" fmla="*/ 195580 w 364490"/>
                  <a:gd name="T3" fmla="*/ 8890 h 115570"/>
                  <a:gd name="T4" fmla="*/ 171450 w 364490"/>
                  <a:gd name="T5" fmla="*/ 8890 h 115570"/>
                  <a:gd name="T6" fmla="*/ 149860 w 364490"/>
                  <a:gd name="T7" fmla="*/ 7620 h 115570"/>
                  <a:gd name="T8" fmla="*/ 124460 w 364490"/>
                  <a:gd name="T9" fmla="*/ 5080 h 115570"/>
                  <a:gd name="T10" fmla="*/ 93980 w 364490"/>
                  <a:gd name="T11" fmla="*/ 0 h 115570"/>
                  <a:gd name="T12" fmla="*/ 0 w 364490"/>
                  <a:gd name="T13" fmla="*/ 115570 h 115570"/>
                  <a:gd name="T14" fmla="*/ 364490 w 364490"/>
                  <a:gd name="T15" fmla="*/ 0 h 115570"/>
                  <a:gd name="T16" fmla="*/ 0 60000 65536"/>
                  <a:gd name="T17" fmla="*/ 0 60000 65536"/>
                  <a:gd name="T18" fmla="*/ 0 60000 65536"/>
                  <a:gd name="T19" fmla="*/ 0 60000 65536"/>
                  <a:gd name="T20" fmla="*/ 0 60000 65536"/>
                  <a:gd name="T21" fmla="*/ 0 60000 65536"/>
                  <a:gd name="T22" fmla="*/ 0 60000 65536"/>
                  <a:gd name="T23" fmla="*/ 0 60000 65536"/>
                  <a:gd name="T24" fmla="*/ 0 w 364490"/>
                  <a:gd name="T25" fmla="*/ 0 h 115570"/>
                  <a:gd name="T26" fmla="*/ 364490 w 364490"/>
                  <a:gd name="T27" fmla="*/ 115570 h 1155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4490" h="115570">
                    <a:moveTo>
                      <a:pt x="364490" y="0"/>
                    </a:moveTo>
                    <a:lnTo>
                      <a:pt x="195580" y="8890"/>
                    </a:lnTo>
                    <a:lnTo>
                      <a:pt x="171450" y="8890"/>
                    </a:lnTo>
                    <a:lnTo>
                      <a:pt x="149860" y="7620"/>
                    </a:lnTo>
                    <a:lnTo>
                      <a:pt x="124460" y="5080"/>
                    </a:lnTo>
                    <a:lnTo>
                      <a:pt x="93980" y="0"/>
                    </a:lnTo>
                    <a:lnTo>
                      <a:pt x="0" y="115570"/>
                    </a:lnTo>
                    <a:lnTo>
                      <a:pt x="364490" y="0"/>
                    </a:lnTo>
                    <a:close/>
                  </a:path>
                </a:pathLst>
              </a:custGeom>
              <a:solidFill>
                <a:srgbClr val="5E5E5E">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35" name="object 136"/>
              <p:cNvSpPr>
                <a:spLocks/>
              </p:cNvSpPr>
              <p:nvPr/>
            </p:nvSpPr>
            <p:spPr bwMode="auto">
              <a:xfrm>
                <a:off x="8182610" y="6069329"/>
                <a:ext cx="364490" cy="115570"/>
              </a:xfrm>
              <a:custGeom>
                <a:avLst/>
                <a:gdLst>
                  <a:gd name="T0" fmla="*/ 0 w 364490"/>
                  <a:gd name="T1" fmla="*/ 115570 h 115570"/>
                  <a:gd name="T2" fmla="*/ 93980 w 364490"/>
                  <a:gd name="T3" fmla="*/ 0 h 115570"/>
                  <a:gd name="T4" fmla="*/ 133067 w 364490"/>
                  <a:gd name="T5" fmla="*/ 6261 h 115570"/>
                  <a:gd name="T6" fmla="*/ 164112 w 364490"/>
                  <a:gd name="T7" fmla="*/ 9031 h 115570"/>
                  <a:gd name="T8" fmla="*/ 194945 w 364490"/>
                  <a:gd name="T9" fmla="*/ 9048 h 115570"/>
                  <a:gd name="T10" fmla="*/ 233397 w 364490"/>
                  <a:gd name="T11" fmla="*/ 7055 h 115570"/>
                  <a:gd name="T12" fmla="*/ 287302 w 364490"/>
                  <a:gd name="T13" fmla="*/ 3792 h 115570"/>
                  <a:gd name="T14" fmla="*/ 364490 w 364490"/>
                  <a:gd name="T15" fmla="*/ 0 h 115570"/>
                  <a:gd name="T16" fmla="*/ 0 w 364490"/>
                  <a:gd name="T17" fmla="*/ 115570 h 1155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4490"/>
                  <a:gd name="T28" fmla="*/ 0 h 115570"/>
                  <a:gd name="T29" fmla="*/ 364490 w 364490"/>
                  <a:gd name="T30" fmla="*/ 115570 h 1155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4490" h="115570">
                    <a:moveTo>
                      <a:pt x="0" y="115570"/>
                    </a:moveTo>
                    <a:lnTo>
                      <a:pt x="93980" y="0"/>
                    </a:lnTo>
                    <a:lnTo>
                      <a:pt x="133067" y="6261"/>
                    </a:lnTo>
                    <a:lnTo>
                      <a:pt x="164112" y="9031"/>
                    </a:lnTo>
                    <a:lnTo>
                      <a:pt x="194945" y="9048"/>
                    </a:lnTo>
                    <a:lnTo>
                      <a:pt x="233397" y="7055"/>
                    </a:lnTo>
                    <a:lnTo>
                      <a:pt x="287302" y="3792"/>
                    </a:lnTo>
                    <a:lnTo>
                      <a:pt x="364490" y="0"/>
                    </a:lnTo>
                    <a:lnTo>
                      <a:pt x="0" y="115570"/>
                    </a:lnTo>
                    <a:close/>
                  </a:path>
                </a:pathLst>
              </a:custGeom>
              <a:noFill/>
              <a:ln w="9344">
                <a:solidFill>
                  <a:srgbClr val="5E5E5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36" name="object 137"/>
              <p:cNvSpPr>
                <a:spLocks/>
              </p:cNvSpPr>
              <p:nvPr/>
            </p:nvSpPr>
            <p:spPr bwMode="auto">
              <a:xfrm>
                <a:off x="7086600" y="5715000"/>
                <a:ext cx="1447800" cy="457200"/>
              </a:xfrm>
              <a:custGeom>
                <a:avLst/>
                <a:gdLst>
                  <a:gd name="T0" fmla="*/ 1447800 w 1447800"/>
                  <a:gd name="T1" fmla="*/ 0 h 457200"/>
                  <a:gd name="T2" fmla="*/ 0 w 1447800"/>
                  <a:gd name="T3" fmla="*/ 0 h 457200"/>
                  <a:gd name="T4" fmla="*/ 0 w 1447800"/>
                  <a:gd name="T5" fmla="*/ 457200 h 457200"/>
                  <a:gd name="T6" fmla="*/ 1083309 w 1447800"/>
                  <a:gd name="T7" fmla="*/ 457200 h 457200"/>
                  <a:gd name="T8" fmla="*/ 1447800 w 1447800"/>
                  <a:gd name="T9" fmla="*/ 341630 h 457200"/>
                  <a:gd name="T10" fmla="*/ 144780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1447800" y="0"/>
                    </a:moveTo>
                    <a:lnTo>
                      <a:pt x="0" y="0"/>
                    </a:lnTo>
                    <a:lnTo>
                      <a:pt x="0" y="457200"/>
                    </a:lnTo>
                    <a:lnTo>
                      <a:pt x="1083309" y="457200"/>
                    </a:lnTo>
                    <a:lnTo>
                      <a:pt x="1447800" y="341630"/>
                    </a:lnTo>
                    <a:lnTo>
                      <a:pt x="1447800" y="0"/>
                    </a:lnTo>
                    <a:close/>
                  </a:path>
                </a:pathLst>
              </a:custGeom>
              <a:solidFill>
                <a:srgbClr val="CC98FF">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37" name="object 138"/>
              <p:cNvSpPr>
                <a:spLocks/>
              </p:cNvSpPr>
              <p:nvPr/>
            </p:nvSpPr>
            <p:spPr bwMode="auto">
              <a:xfrm>
                <a:off x="7086600" y="5715000"/>
                <a:ext cx="1447800" cy="457200"/>
              </a:xfrm>
              <a:custGeom>
                <a:avLst/>
                <a:gdLst>
                  <a:gd name="T0" fmla="*/ 0 w 1447800"/>
                  <a:gd name="T1" fmla="*/ 0 h 457200"/>
                  <a:gd name="T2" fmla="*/ 1447800 w 1447800"/>
                  <a:gd name="T3" fmla="*/ 0 h 457200"/>
                  <a:gd name="T4" fmla="*/ 1447800 w 1447800"/>
                  <a:gd name="T5" fmla="*/ 341630 h 457200"/>
                  <a:gd name="T6" fmla="*/ 1083309 w 1447800"/>
                  <a:gd name="T7" fmla="*/ 457200 h 457200"/>
                  <a:gd name="T8" fmla="*/ 0 w 1447800"/>
                  <a:gd name="T9" fmla="*/ 457200 h 457200"/>
                  <a:gd name="T10" fmla="*/ 0 w 1447800"/>
                  <a:gd name="T11" fmla="*/ 0 h 457200"/>
                  <a:gd name="T12" fmla="*/ 0 60000 65536"/>
                  <a:gd name="T13" fmla="*/ 0 60000 65536"/>
                  <a:gd name="T14" fmla="*/ 0 60000 65536"/>
                  <a:gd name="T15" fmla="*/ 0 60000 65536"/>
                  <a:gd name="T16" fmla="*/ 0 60000 65536"/>
                  <a:gd name="T17" fmla="*/ 0 60000 65536"/>
                  <a:gd name="T18" fmla="*/ 0 w 1447800"/>
                  <a:gd name="T19" fmla="*/ 0 h 457200"/>
                  <a:gd name="T20" fmla="*/ 1447800 w 1447800"/>
                  <a:gd name="T21" fmla="*/ 457200 h 457200"/>
                </a:gdLst>
                <a:ahLst/>
                <a:cxnLst>
                  <a:cxn ang="T12">
                    <a:pos x="T0" y="T1"/>
                  </a:cxn>
                  <a:cxn ang="T13">
                    <a:pos x="T2" y="T3"/>
                  </a:cxn>
                  <a:cxn ang="T14">
                    <a:pos x="T4" y="T5"/>
                  </a:cxn>
                  <a:cxn ang="T15">
                    <a:pos x="T6" y="T7"/>
                  </a:cxn>
                  <a:cxn ang="T16">
                    <a:pos x="T8" y="T9"/>
                  </a:cxn>
                  <a:cxn ang="T17">
                    <a:pos x="T10" y="T11"/>
                  </a:cxn>
                </a:cxnLst>
                <a:rect l="T18" t="T19" r="T20" b="T21"/>
                <a:pathLst>
                  <a:path w="1447800" h="457200">
                    <a:moveTo>
                      <a:pt x="0" y="0"/>
                    </a:moveTo>
                    <a:lnTo>
                      <a:pt x="1447800" y="0"/>
                    </a:lnTo>
                    <a:lnTo>
                      <a:pt x="1447800" y="341630"/>
                    </a:lnTo>
                    <a:lnTo>
                      <a:pt x="1083309" y="457200"/>
                    </a:lnTo>
                    <a:lnTo>
                      <a:pt x="0" y="4572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438" name="object 139"/>
              <p:cNvSpPr>
                <a:spLocks/>
              </p:cNvSpPr>
              <p:nvPr/>
            </p:nvSpPr>
            <p:spPr bwMode="auto">
              <a:xfrm>
                <a:off x="8169910" y="6056629"/>
                <a:ext cx="364490" cy="115570"/>
              </a:xfrm>
              <a:custGeom>
                <a:avLst/>
                <a:gdLst>
                  <a:gd name="T0" fmla="*/ 364490 w 364490"/>
                  <a:gd name="T1" fmla="*/ 0 h 115570"/>
                  <a:gd name="T2" fmla="*/ 195580 w 364490"/>
                  <a:gd name="T3" fmla="*/ 8890 h 115570"/>
                  <a:gd name="T4" fmla="*/ 149860 w 364490"/>
                  <a:gd name="T5" fmla="*/ 8890 h 115570"/>
                  <a:gd name="T6" fmla="*/ 124460 w 364490"/>
                  <a:gd name="T7" fmla="*/ 5080 h 115570"/>
                  <a:gd name="T8" fmla="*/ 93980 w 364490"/>
                  <a:gd name="T9" fmla="*/ 0 h 115570"/>
                  <a:gd name="T10" fmla="*/ 0 w 364490"/>
                  <a:gd name="T11" fmla="*/ 115570 h 115570"/>
                  <a:gd name="T12" fmla="*/ 364490 w 364490"/>
                  <a:gd name="T13" fmla="*/ 0 h 115570"/>
                  <a:gd name="T14" fmla="*/ 0 60000 65536"/>
                  <a:gd name="T15" fmla="*/ 0 60000 65536"/>
                  <a:gd name="T16" fmla="*/ 0 60000 65536"/>
                  <a:gd name="T17" fmla="*/ 0 60000 65536"/>
                  <a:gd name="T18" fmla="*/ 0 60000 65536"/>
                  <a:gd name="T19" fmla="*/ 0 60000 65536"/>
                  <a:gd name="T20" fmla="*/ 0 60000 65536"/>
                  <a:gd name="T21" fmla="*/ 0 w 364490"/>
                  <a:gd name="T22" fmla="*/ 0 h 115570"/>
                  <a:gd name="T23" fmla="*/ 364490 w 364490"/>
                  <a:gd name="T24" fmla="*/ 115570 h 115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90" h="115570">
                    <a:moveTo>
                      <a:pt x="364490" y="0"/>
                    </a:moveTo>
                    <a:lnTo>
                      <a:pt x="195580" y="8890"/>
                    </a:lnTo>
                    <a:lnTo>
                      <a:pt x="149860" y="8890"/>
                    </a:lnTo>
                    <a:lnTo>
                      <a:pt x="124460" y="5080"/>
                    </a:lnTo>
                    <a:lnTo>
                      <a:pt x="93980" y="0"/>
                    </a:lnTo>
                    <a:lnTo>
                      <a:pt x="0" y="115570"/>
                    </a:lnTo>
                    <a:lnTo>
                      <a:pt x="364490" y="0"/>
                    </a:lnTo>
                    <a:close/>
                  </a:path>
                </a:pathLst>
              </a:custGeom>
              <a:solidFill>
                <a:srgbClr val="AE82DA">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39" name="object 140"/>
              <p:cNvSpPr>
                <a:spLocks/>
              </p:cNvSpPr>
              <p:nvPr/>
            </p:nvSpPr>
            <p:spPr bwMode="auto">
              <a:xfrm>
                <a:off x="8169910" y="6056629"/>
                <a:ext cx="364490" cy="115570"/>
              </a:xfrm>
              <a:custGeom>
                <a:avLst/>
                <a:gdLst>
                  <a:gd name="T0" fmla="*/ 0 w 364490"/>
                  <a:gd name="T1" fmla="*/ 115570 h 115570"/>
                  <a:gd name="T2" fmla="*/ 93980 w 364490"/>
                  <a:gd name="T3" fmla="*/ 0 h 115570"/>
                  <a:gd name="T4" fmla="*/ 133067 w 364490"/>
                  <a:gd name="T5" fmla="*/ 6261 h 115570"/>
                  <a:gd name="T6" fmla="*/ 164112 w 364490"/>
                  <a:gd name="T7" fmla="*/ 9031 h 115570"/>
                  <a:gd name="T8" fmla="*/ 194945 w 364490"/>
                  <a:gd name="T9" fmla="*/ 9048 h 115570"/>
                  <a:gd name="T10" fmla="*/ 233397 w 364490"/>
                  <a:gd name="T11" fmla="*/ 7055 h 115570"/>
                  <a:gd name="T12" fmla="*/ 287302 w 364490"/>
                  <a:gd name="T13" fmla="*/ 3792 h 115570"/>
                  <a:gd name="T14" fmla="*/ 364490 w 364490"/>
                  <a:gd name="T15" fmla="*/ 0 h 115570"/>
                  <a:gd name="T16" fmla="*/ 0 w 364490"/>
                  <a:gd name="T17" fmla="*/ 115570 h 1155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4490"/>
                  <a:gd name="T28" fmla="*/ 0 h 115570"/>
                  <a:gd name="T29" fmla="*/ 364490 w 364490"/>
                  <a:gd name="T30" fmla="*/ 115570 h 1155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4490" h="115570">
                    <a:moveTo>
                      <a:pt x="0" y="115570"/>
                    </a:moveTo>
                    <a:lnTo>
                      <a:pt x="93980" y="0"/>
                    </a:lnTo>
                    <a:lnTo>
                      <a:pt x="133067" y="6261"/>
                    </a:lnTo>
                    <a:lnTo>
                      <a:pt x="164112" y="9031"/>
                    </a:lnTo>
                    <a:lnTo>
                      <a:pt x="194945" y="9048"/>
                    </a:lnTo>
                    <a:lnTo>
                      <a:pt x="233397" y="7055"/>
                    </a:lnTo>
                    <a:lnTo>
                      <a:pt x="287302" y="3792"/>
                    </a:lnTo>
                    <a:lnTo>
                      <a:pt x="364490" y="0"/>
                    </a:lnTo>
                    <a:lnTo>
                      <a:pt x="0" y="11557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440" name="object 141"/>
            <p:cNvSpPr txBox="1"/>
            <p:nvPr/>
          </p:nvSpPr>
          <p:spPr>
            <a:xfrm>
              <a:off x="7413625" y="5786438"/>
              <a:ext cx="796925" cy="197490"/>
            </a:xfrm>
            <a:prstGeom prst="rect">
              <a:avLst/>
            </a:prstGeom>
          </p:spPr>
          <p:txBody>
            <a:bodyPr lIns="0" tIns="12700" rIns="0" bIns="0">
              <a:spAutoFit/>
            </a:bodyPr>
            <a:lstStyle/>
            <a:p>
              <a:pPr marL="12700">
                <a:spcBef>
                  <a:spcPts val="100"/>
                </a:spcBef>
                <a:defRPr/>
              </a:pPr>
              <a:r>
                <a:rPr sz="1200" b="1" spc="-5" dirty="0">
                  <a:solidFill>
                    <a:srgbClr val="7F007F"/>
                  </a:solidFill>
                  <a:latin typeface="Times New Roman" pitchFamily="18" charset="0"/>
                  <a:cs typeface="Times New Roman" pitchFamily="18" charset="0"/>
                </a:rPr>
                <a:t>PHYSICAL</a:t>
              </a:r>
              <a:endParaRPr sz="1200" b="1">
                <a:latin typeface="Times New Roman" pitchFamily="18" charset="0"/>
                <a:cs typeface="Times New Roman" pitchFamily="18" charset="0"/>
              </a:endParaRPr>
            </a:p>
          </p:txBody>
        </p:sp>
        <p:sp>
          <p:nvSpPr>
            <p:cNvPr id="441" name="object 142"/>
            <p:cNvSpPr>
              <a:spLocks/>
            </p:cNvSpPr>
            <p:nvPr/>
          </p:nvSpPr>
          <p:spPr bwMode="auto">
            <a:xfrm>
              <a:off x="2276475" y="1066800"/>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42" name="object 143"/>
            <p:cNvSpPr>
              <a:spLocks/>
            </p:cNvSpPr>
            <p:nvPr/>
          </p:nvSpPr>
          <p:spPr bwMode="auto">
            <a:xfrm>
              <a:off x="2276475" y="1141413"/>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43" name="object 144"/>
            <p:cNvSpPr>
              <a:spLocks/>
            </p:cNvSpPr>
            <p:nvPr/>
          </p:nvSpPr>
          <p:spPr bwMode="auto">
            <a:xfrm>
              <a:off x="2276475" y="1274763"/>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44" name="object 145"/>
            <p:cNvSpPr>
              <a:spLocks/>
            </p:cNvSpPr>
            <p:nvPr/>
          </p:nvSpPr>
          <p:spPr bwMode="auto">
            <a:xfrm>
              <a:off x="2276475" y="1350963"/>
              <a:ext cx="19050" cy="74612"/>
            </a:xfrm>
            <a:custGeom>
              <a:avLst/>
              <a:gdLst>
                <a:gd name="T0" fmla="*/ 19050 w 19050"/>
                <a:gd name="T1" fmla="*/ 0 h 74930"/>
                <a:gd name="T2" fmla="*/ 0 w 19050"/>
                <a:gd name="T3" fmla="*/ 0 h 74930"/>
                <a:gd name="T4" fmla="*/ 0 w 19050"/>
                <a:gd name="T5" fmla="*/ 71810 h 74930"/>
                <a:gd name="T6" fmla="*/ 19050 w 19050"/>
                <a:gd name="T7" fmla="*/ 71810 h 74930"/>
                <a:gd name="T8" fmla="*/ 19050 w 19050"/>
                <a:gd name="T9" fmla="*/ 0 h 74930"/>
                <a:gd name="T10" fmla="*/ 0 60000 65536"/>
                <a:gd name="T11" fmla="*/ 0 60000 65536"/>
                <a:gd name="T12" fmla="*/ 0 60000 65536"/>
                <a:gd name="T13" fmla="*/ 0 60000 65536"/>
                <a:gd name="T14" fmla="*/ 0 60000 65536"/>
                <a:gd name="T15" fmla="*/ 0 w 19050"/>
                <a:gd name="T16" fmla="*/ 0 h 74930"/>
                <a:gd name="T17" fmla="*/ 19050 w 19050"/>
                <a:gd name="T18" fmla="*/ 74930 h 74930"/>
              </a:gdLst>
              <a:ahLst/>
              <a:cxnLst>
                <a:cxn ang="T10">
                  <a:pos x="T0" y="T1"/>
                </a:cxn>
                <a:cxn ang="T11">
                  <a:pos x="T2" y="T3"/>
                </a:cxn>
                <a:cxn ang="T12">
                  <a:pos x="T4" y="T5"/>
                </a:cxn>
                <a:cxn ang="T13">
                  <a:pos x="T6" y="T7"/>
                </a:cxn>
                <a:cxn ang="T14">
                  <a:pos x="T8" y="T9"/>
                </a:cxn>
              </a:cxnLst>
              <a:rect l="T15" t="T16" r="T17" b="T18"/>
              <a:pathLst>
                <a:path w="19050" h="74930">
                  <a:moveTo>
                    <a:pt x="19050" y="0"/>
                  </a:moveTo>
                  <a:lnTo>
                    <a:pt x="0" y="0"/>
                  </a:lnTo>
                  <a:lnTo>
                    <a:pt x="0" y="74930"/>
                  </a:lnTo>
                  <a:lnTo>
                    <a:pt x="19050" y="7493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45" name="object 146"/>
            <p:cNvSpPr>
              <a:spLocks/>
            </p:cNvSpPr>
            <p:nvPr/>
          </p:nvSpPr>
          <p:spPr bwMode="auto">
            <a:xfrm>
              <a:off x="2276475" y="148272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46" name="object 147"/>
            <p:cNvSpPr>
              <a:spLocks/>
            </p:cNvSpPr>
            <p:nvPr/>
          </p:nvSpPr>
          <p:spPr bwMode="auto">
            <a:xfrm>
              <a:off x="2276475" y="1558925"/>
              <a:ext cx="19050" cy="76200"/>
            </a:xfrm>
            <a:custGeom>
              <a:avLst/>
              <a:gdLst>
                <a:gd name="T0" fmla="*/ 19050 w 19050"/>
                <a:gd name="T1" fmla="*/ 0 h 74930"/>
                <a:gd name="T2" fmla="*/ 0 w 19050"/>
                <a:gd name="T3" fmla="*/ 0 h 74930"/>
                <a:gd name="T4" fmla="*/ 0 w 19050"/>
                <a:gd name="T5" fmla="*/ 88643 h 74930"/>
                <a:gd name="T6" fmla="*/ 19050 w 19050"/>
                <a:gd name="T7" fmla="*/ 88643 h 74930"/>
                <a:gd name="T8" fmla="*/ 19050 w 19050"/>
                <a:gd name="T9" fmla="*/ 0 h 74930"/>
                <a:gd name="T10" fmla="*/ 0 60000 65536"/>
                <a:gd name="T11" fmla="*/ 0 60000 65536"/>
                <a:gd name="T12" fmla="*/ 0 60000 65536"/>
                <a:gd name="T13" fmla="*/ 0 60000 65536"/>
                <a:gd name="T14" fmla="*/ 0 60000 65536"/>
                <a:gd name="T15" fmla="*/ 0 w 19050"/>
                <a:gd name="T16" fmla="*/ 0 h 74930"/>
                <a:gd name="T17" fmla="*/ 19050 w 19050"/>
                <a:gd name="T18" fmla="*/ 74930 h 74930"/>
              </a:gdLst>
              <a:ahLst/>
              <a:cxnLst>
                <a:cxn ang="T10">
                  <a:pos x="T0" y="T1"/>
                </a:cxn>
                <a:cxn ang="T11">
                  <a:pos x="T2" y="T3"/>
                </a:cxn>
                <a:cxn ang="T12">
                  <a:pos x="T4" y="T5"/>
                </a:cxn>
                <a:cxn ang="T13">
                  <a:pos x="T6" y="T7"/>
                </a:cxn>
                <a:cxn ang="T14">
                  <a:pos x="T8" y="T9"/>
                </a:cxn>
              </a:cxnLst>
              <a:rect l="T15" t="T16" r="T17" b="T18"/>
              <a:pathLst>
                <a:path w="19050" h="74930">
                  <a:moveTo>
                    <a:pt x="19050" y="0"/>
                  </a:moveTo>
                  <a:lnTo>
                    <a:pt x="0" y="0"/>
                  </a:lnTo>
                  <a:lnTo>
                    <a:pt x="0" y="74929"/>
                  </a:lnTo>
                  <a:lnTo>
                    <a:pt x="19050" y="7492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47" name="object 148"/>
            <p:cNvSpPr>
              <a:spLocks/>
            </p:cNvSpPr>
            <p:nvPr/>
          </p:nvSpPr>
          <p:spPr bwMode="auto">
            <a:xfrm>
              <a:off x="2276475" y="169227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48" name="object 149"/>
            <p:cNvSpPr>
              <a:spLocks/>
            </p:cNvSpPr>
            <p:nvPr/>
          </p:nvSpPr>
          <p:spPr bwMode="auto">
            <a:xfrm>
              <a:off x="2276475" y="176847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49" name="object 150"/>
            <p:cNvSpPr>
              <a:spLocks/>
            </p:cNvSpPr>
            <p:nvPr/>
          </p:nvSpPr>
          <p:spPr bwMode="auto">
            <a:xfrm>
              <a:off x="2276475" y="1900238"/>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0" name="object 151"/>
            <p:cNvSpPr>
              <a:spLocks/>
            </p:cNvSpPr>
            <p:nvPr/>
          </p:nvSpPr>
          <p:spPr bwMode="auto">
            <a:xfrm>
              <a:off x="2276475" y="1976438"/>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1" name="object 152"/>
            <p:cNvSpPr>
              <a:spLocks/>
            </p:cNvSpPr>
            <p:nvPr/>
          </p:nvSpPr>
          <p:spPr bwMode="auto">
            <a:xfrm>
              <a:off x="2276475" y="2109788"/>
              <a:ext cx="19050" cy="17462"/>
            </a:xfrm>
            <a:custGeom>
              <a:avLst/>
              <a:gdLst>
                <a:gd name="T0" fmla="*/ 19050 w 19050"/>
                <a:gd name="T1" fmla="*/ 0 h 17780"/>
                <a:gd name="T2" fmla="*/ 0 w 19050"/>
                <a:gd name="T3" fmla="*/ 0 h 17780"/>
                <a:gd name="T4" fmla="*/ 0 w 19050"/>
                <a:gd name="T5" fmla="*/ 14844 h 17780"/>
                <a:gd name="T6" fmla="*/ 19050 w 19050"/>
                <a:gd name="T7" fmla="*/ 14844 h 17780"/>
                <a:gd name="T8" fmla="*/ 19050 w 19050"/>
                <a:gd name="T9" fmla="*/ 0 h 17780"/>
                <a:gd name="T10" fmla="*/ 0 60000 65536"/>
                <a:gd name="T11" fmla="*/ 0 60000 65536"/>
                <a:gd name="T12" fmla="*/ 0 60000 65536"/>
                <a:gd name="T13" fmla="*/ 0 60000 65536"/>
                <a:gd name="T14" fmla="*/ 0 60000 65536"/>
                <a:gd name="T15" fmla="*/ 0 w 19050"/>
                <a:gd name="T16" fmla="*/ 0 h 17780"/>
                <a:gd name="T17" fmla="*/ 19050 w 19050"/>
                <a:gd name="T18" fmla="*/ 17780 h 17780"/>
              </a:gdLst>
              <a:ahLst/>
              <a:cxnLst>
                <a:cxn ang="T10">
                  <a:pos x="T0" y="T1"/>
                </a:cxn>
                <a:cxn ang="T11">
                  <a:pos x="T2" y="T3"/>
                </a:cxn>
                <a:cxn ang="T12">
                  <a:pos x="T4" y="T5"/>
                </a:cxn>
                <a:cxn ang="T13">
                  <a:pos x="T6" y="T7"/>
                </a:cxn>
                <a:cxn ang="T14">
                  <a:pos x="T8" y="T9"/>
                </a:cxn>
              </a:cxnLst>
              <a:rect l="T15" t="T16" r="T17" b="T18"/>
              <a:pathLst>
                <a:path w="19050" h="17780">
                  <a:moveTo>
                    <a:pt x="19050" y="0"/>
                  </a:moveTo>
                  <a:lnTo>
                    <a:pt x="0" y="0"/>
                  </a:lnTo>
                  <a:lnTo>
                    <a:pt x="0" y="17779"/>
                  </a:lnTo>
                  <a:lnTo>
                    <a:pt x="19050" y="1777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2" name="object 153"/>
            <p:cNvSpPr>
              <a:spLocks/>
            </p:cNvSpPr>
            <p:nvPr/>
          </p:nvSpPr>
          <p:spPr bwMode="auto">
            <a:xfrm>
              <a:off x="2276475" y="2184400"/>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3" name="object 154"/>
            <p:cNvSpPr>
              <a:spLocks/>
            </p:cNvSpPr>
            <p:nvPr/>
          </p:nvSpPr>
          <p:spPr bwMode="auto">
            <a:xfrm>
              <a:off x="2276475" y="2317750"/>
              <a:ext cx="19050" cy="17463"/>
            </a:xfrm>
            <a:custGeom>
              <a:avLst/>
              <a:gdLst>
                <a:gd name="T0" fmla="*/ 19050 w 19050"/>
                <a:gd name="T1" fmla="*/ 0 h 17780"/>
                <a:gd name="T2" fmla="*/ 0 w 19050"/>
                <a:gd name="T3" fmla="*/ 0 h 17780"/>
                <a:gd name="T4" fmla="*/ 0 w 19050"/>
                <a:gd name="T5" fmla="*/ 14852 h 17780"/>
                <a:gd name="T6" fmla="*/ 19050 w 19050"/>
                <a:gd name="T7" fmla="*/ 14852 h 17780"/>
                <a:gd name="T8" fmla="*/ 19050 w 19050"/>
                <a:gd name="T9" fmla="*/ 0 h 17780"/>
                <a:gd name="T10" fmla="*/ 0 60000 65536"/>
                <a:gd name="T11" fmla="*/ 0 60000 65536"/>
                <a:gd name="T12" fmla="*/ 0 60000 65536"/>
                <a:gd name="T13" fmla="*/ 0 60000 65536"/>
                <a:gd name="T14" fmla="*/ 0 60000 65536"/>
                <a:gd name="T15" fmla="*/ 0 w 19050"/>
                <a:gd name="T16" fmla="*/ 0 h 17780"/>
                <a:gd name="T17" fmla="*/ 19050 w 19050"/>
                <a:gd name="T18" fmla="*/ 17780 h 17780"/>
              </a:gdLst>
              <a:ahLst/>
              <a:cxnLst>
                <a:cxn ang="T10">
                  <a:pos x="T0" y="T1"/>
                </a:cxn>
                <a:cxn ang="T11">
                  <a:pos x="T2" y="T3"/>
                </a:cxn>
                <a:cxn ang="T12">
                  <a:pos x="T4" y="T5"/>
                </a:cxn>
                <a:cxn ang="T13">
                  <a:pos x="T6" y="T7"/>
                </a:cxn>
                <a:cxn ang="T14">
                  <a:pos x="T8" y="T9"/>
                </a:cxn>
              </a:cxnLst>
              <a:rect l="T15" t="T16" r="T17" b="T18"/>
              <a:pathLst>
                <a:path w="19050" h="17780">
                  <a:moveTo>
                    <a:pt x="19050" y="0"/>
                  </a:moveTo>
                  <a:lnTo>
                    <a:pt x="0" y="0"/>
                  </a:lnTo>
                  <a:lnTo>
                    <a:pt x="0" y="17779"/>
                  </a:lnTo>
                  <a:lnTo>
                    <a:pt x="19050" y="1777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4" name="object 155"/>
            <p:cNvSpPr>
              <a:spLocks/>
            </p:cNvSpPr>
            <p:nvPr/>
          </p:nvSpPr>
          <p:spPr bwMode="auto">
            <a:xfrm>
              <a:off x="2276475" y="2392363"/>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5" name="object 156"/>
            <p:cNvSpPr>
              <a:spLocks/>
            </p:cNvSpPr>
            <p:nvPr/>
          </p:nvSpPr>
          <p:spPr bwMode="auto">
            <a:xfrm>
              <a:off x="2276475" y="2525713"/>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6" name="object 157"/>
            <p:cNvSpPr>
              <a:spLocks/>
            </p:cNvSpPr>
            <p:nvPr/>
          </p:nvSpPr>
          <p:spPr bwMode="auto">
            <a:xfrm>
              <a:off x="2276475" y="260032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7" name="object 158"/>
            <p:cNvSpPr>
              <a:spLocks/>
            </p:cNvSpPr>
            <p:nvPr/>
          </p:nvSpPr>
          <p:spPr bwMode="auto">
            <a:xfrm>
              <a:off x="2276475" y="273367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8" name="object 159"/>
            <p:cNvSpPr>
              <a:spLocks/>
            </p:cNvSpPr>
            <p:nvPr/>
          </p:nvSpPr>
          <p:spPr bwMode="auto">
            <a:xfrm>
              <a:off x="2276475" y="280987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59" name="object 160"/>
            <p:cNvSpPr>
              <a:spLocks/>
            </p:cNvSpPr>
            <p:nvPr/>
          </p:nvSpPr>
          <p:spPr bwMode="auto">
            <a:xfrm>
              <a:off x="2276475" y="294322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0" name="object 161"/>
            <p:cNvSpPr>
              <a:spLocks/>
            </p:cNvSpPr>
            <p:nvPr/>
          </p:nvSpPr>
          <p:spPr bwMode="auto">
            <a:xfrm>
              <a:off x="2276475" y="3019425"/>
              <a:ext cx="19050" cy="74613"/>
            </a:xfrm>
            <a:custGeom>
              <a:avLst/>
              <a:gdLst>
                <a:gd name="T0" fmla="*/ 19050 w 19050"/>
                <a:gd name="T1" fmla="*/ 0 h 74930"/>
                <a:gd name="T2" fmla="*/ 0 w 19050"/>
                <a:gd name="T3" fmla="*/ 0 h 74930"/>
                <a:gd name="T4" fmla="*/ 0 w 19050"/>
                <a:gd name="T5" fmla="*/ 71820 h 74930"/>
                <a:gd name="T6" fmla="*/ 19050 w 19050"/>
                <a:gd name="T7" fmla="*/ 71820 h 74930"/>
                <a:gd name="T8" fmla="*/ 19050 w 19050"/>
                <a:gd name="T9" fmla="*/ 0 h 74930"/>
                <a:gd name="T10" fmla="*/ 0 60000 65536"/>
                <a:gd name="T11" fmla="*/ 0 60000 65536"/>
                <a:gd name="T12" fmla="*/ 0 60000 65536"/>
                <a:gd name="T13" fmla="*/ 0 60000 65536"/>
                <a:gd name="T14" fmla="*/ 0 60000 65536"/>
                <a:gd name="T15" fmla="*/ 0 w 19050"/>
                <a:gd name="T16" fmla="*/ 0 h 74930"/>
                <a:gd name="T17" fmla="*/ 19050 w 19050"/>
                <a:gd name="T18" fmla="*/ 74930 h 74930"/>
              </a:gdLst>
              <a:ahLst/>
              <a:cxnLst>
                <a:cxn ang="T10">
                  <a:pos x="T0" y="T1"/>
                </a:cxn>
                <a:cxn ang="T11">
                  <a:pos x="T2" y="T3"/>
                </a:cxn>
                <a:cxn ang="T12">
                  <a:pos x="T4" y="T5"/>
                </a:cxn>
                <a:cxn ang="T13">
                  <a:pos x="T6" y="T7"/>
                </a:cxn>
                <a:cxn ang="T14">
                  <a:pos x="T8" y="T9"/>
                </a:cxn>
              </a:cxnLst>
              <a:rect l="T15" t="T16" r="T17" b="T18"/>
              <a:pathLst>
                <a:path w="19050" h="74930">
                  <a:moveTo>
                    <a:pt x="19050" y="0"/>
                  </a:moveTo>
                  <a:lnTo>
                    <a:pt x="0" y="0"/>
                  </a:lnTo>
                  <a:lnTo>
                    <a:pt x="0" y="74930"/>
                  </a:lnTo>
                  <a:lnTo>
                    <a:pt x="19050" y="7493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1" name="object 162"/>
            <p:cNvSpPr>
              <a:spLocks/>
            </p:cNvSpPr>
            <p:nvPr/>
          </p:nvSpPr>
          <p:spPr bwMode="auto">
            <a:xfrm>
              <a:off x="2276475" y="3151188"/>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2" name="object 163"/>
            <p:cNvSpPr>
              <a:spLocks/>
            </p:cNvSpPr>
            <p:nvPr/>
          </p:nvSpPr>
          <p:spPr bwMode="auto">
            <a:xfrm>
              <a:off x="2276475" y="3227388"/>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3" name="object 164"/>
            <p:cNvSpPr>
              <a:spLocks/>
            </p:cNvSpPr>
            <p:nvPr/>
          </p:nvSpPr>
          <p:spPr bwMode="auto">
            <a:xfrm>
              <a:off x="2276475" y="3359150"/>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4" name="object 165"/>
            <p:cNvSpPr>
              <a:spLocks/>
            </p:cNvSpPr>
            <p:nvPr/>
          </p:nvSpPr>
          <p:spPr bwMode="auto">
            <a:xfrm>
              <a:off x="2276475" y="3435350"/>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5" name="object 166"/>
            <p:cNvSpPr>
              <a:spLocks/>
            </p:cNvSpPr>
            <p:nvPr/>
          </p:nvSpPr>
          <p:spPr bwMode="auto">
            <a:xfrm>
              <a:off x="2276475" y="3567113"/>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6" name="object 167"/>
            <p:cNvSpPr>
              <a:spLocks/>
            </p:cNvSpPr>
            <p:nvPr/>
          </p:nvSpPr>
          <p:spPr bwMode="auto">
            <a:xfrm>
              <a:off x="2276475" y="3643313"/>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7" name="object 168"/>
            <p:cNvSpPr>
              <a:spLocks/>
            </p:cNvSpPr>
            <p:nvPr/>
          </p:nvSpPr>
          <p:spPr bwMode="auto">
            <a:xfrm>
              <a:off x="2276475" y="3776663"/>
              <a:ext cx="19050" cy="17462"/>
            </a:xfrm>
            <a:custGeom>
              <a:avLst/>
              <a:gdLst>
                <a:gd name="T0" fmla="*/ 19050 w 19050"/>
                <a:gd name="T1" fmla="*/ 0 h 17779"/>
                <a:gd name="T2" fmla="*/ 0 w 19050"/>
                <a:gd name="T3" fmla="*/ 0 h 17779"/>
                <a:gd name="T4" fmla="*/ 0 w 19050"/>
                <a:gd name="T5" fmla="*/ 14851 h 17779"/>
                <a:gd name="T6" fmla="*/ 19050 w 19050"/>
                <a:gd name="T7" fmla="*/ 14851 h 17779"/>
                <a:gd name="T8" fmla="*/ 19050 w 19050"/>
                <a:gd name="T9" fmla="*/ 0 h 17779"/>
                <a:gd name="T10" fmla="*/ 0 60000 65536"/>
                <a:gd name="T11" fmla="*/ 0 60000 65536"/>
                <a:gd name="T12" fmla="*/ 0 60000 65536"/>
                <a:gd name="T13" fmla="*/ 0 60000 65536"/>
                <a:gd name="T14" fmla="*/ 0 60000 65536"/>
                <a:gd name="T15" fmla="*/ 0 w 19050"/>
                <a:gd name="T16" fmla="*/ 0 h 17779"/>
                <a:gd name="T17" fmla="*/ 19050 w 19050"/>
                <a:gd name="T18" fmla="*/ 17779 h 17779"/>
              </a:gdLst>
              <a:ahLst/>
              <a:cxnLst>
                <a:cxn ang="T10">
                  <a:pos x="T0" y="T1"/>
                </a:cxn>
                <a:cxn ang="T11">
                  <a:pos x="T2" y="T3"/>
                </a:cxn>
                <a:cxn ang="T12">
                  <a:pos x="T4" y="T5"/>
                </a:cxn>
                <a:cxn ang="T13">
                  <a:pos x="T6" y="T7"/>
                </a:cxn>
                <a:cxn ang="T14">
                  <a:pos x="T8" y="T9"/>
                </a:cxn>
              </a:cxnLst>
              <a:rect l="T15" t="T16" r="T17" b="T18"/>
              <a:pathLst>
                <a:path w="19050" h="17779">
                  <a:moveTo>
                    <a:pt x="19050" y="0"/>
                  </a:moveTo>
                  <a:lnTo>
                    <a:pt x="0" y="0"/>
                  </a:lnTo>
                  <a:lnTo>
                    <a:pt x="0" y="17780"/>
                  </a:lnTo>
                  <a:lnTo>
                    <a:pt x="19050" y="1778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8" name="object 169"/>
            <p:cNvSpPr>
              <a:spLocks/>
            </p:cNvSpPr>
            <p:nvPr/>
          </p:nvSpPr>
          <p:spPr bwMode="auto">
            <a:xfrm>
              <a:off x="2276475" y="385127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69" name="object 170"/>
            <p:cNvSpPr>
              <a:spLocks/>
            </p:cNvSpPr>
            <p:nvPr/>
          </p:nvSpPr>
          <p:spPr bwMode="auto">
            <a:xfrm>
              <a:off x="2276475" y="3984625"/>
              <a:ext cx="19050" cy="19050"/>
            </a:xfrm>
            <a:custGeom>
              <a:avLst/>
              <a:gdLst>
                <a:gd name="T0" fmla="*/ 19050 w 19050"/>
                <a:gd name="T1" fmla="*/ 0 h 17779"/>
                <a:gd name="T2" fmla="*/ 0 w 19050"/>
                <a:gd name="T3" fmla="*/ 0 h 17779"/>
                <a:gd name="T4" fmla="*/ 0 w 19050"/>
                <a:gd name="T5" fmla="*/ 35463 h 17779"/>
                <a:gd name="T6" fmla="*/ 19050 w 19050"/>
                <a:gd name="T7" fmla="*/ 35463 h 17779"/>
                <a:gd name="T8" fmla="*/ 19050 w 19050"/>
                <a:gd name="T9" fmla="*/ 0 h 17779"/>
                <a:gd name="T10" fmla="*/ 0 60000 65536"/>
                <a:gd name="T11" fmla="*/ 0 60000 65536"/>
                <a:gd name="T12" fmla="*/ 0 60000 65536"/>
                <a:gd name="T13" fmla="*/ 0 60000 65536"/>
                <a:gd name="T14" fmla="*/ 0 60000 65536"/>
                <a:gd name="T15" fmla="*/ 0 w 19050"/>
                <a:gd name="T16" fmla="*/ 0 h 17779"/>
                <a:gd name="T17" fmla="*/ 19050 w 19050"/>
                <a:gd name="T18" fmla="*/ 17779 h 17779"/>
              </a:gdLst>
              <a:ahLst/>
              <a:cxnLst>
                <a:cxn ang="T10">
                  <a:pos x="T0" y="T1"/>
                </a:cxn>
                <a:cxn ang="T11">
                  <a:pos x="T2" y="T3"/>
                </a:cxn>
                <a:cxn ang="T12">
                  <a:pos x="T4" y="T5"/>
                </a:cxn>
                <a:cxn ang="T13">
                  <a:pos x="T6" y="T7"/>
                </a:cxn>
                <a:cxn ang="T14">
                  <a:pos x="T8" y="T9"/>
                </a:cxn>
              </a:cxnLst>
              <a:rect l="T15" t="T16" r="T17" b="T18"/>
              <a:pathLst>
                <a:path w="19050" h="17779">
                  <a:moveTo>
                    <a:pt x="19050" y="0"/>
                  </a:moveTo>
                  <a:lnTo>
                    <a:pt x="0" y="0"/>
                  </a:lnTo>
                  <a:lnTo>
                    <a:pt x="0" y="17779"/>
                  </a:lnTo>
                  <a:lnTo>
                    <a:pt x="19050" y="1777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0" name="object 171"/>
            <p:cNvSpPr>
              <a:spLocks/>
            </p:cNvSpPr>
            <p:nvPr/>
          </p:nvSpPr>
          <p:spPr bwMode="auto">
            <a:xfrm>
              <a:off x="2276475" y="406082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1" name="object 172"/>
            <p:cNvSpPr>
              <a:spLocks/>
            </p:cNvSpPr>
            <p:nvPr/>
          </p:nvSpPr>
          <p:spPr bwMode="auto">
            <a:xfrm>
              <a:off x="2276475" y="419417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2" name="object 173"/>
            <p:cNvSpPr>
              <a:spLocks/>
            </p:cNvSpPr>
            <p:nvPr/>
          </p:nvSpPr>
          <p:spPr bwMode="auto">
            <a:xfrm>
              <a:off x="2276475" y="4268788"/>
              <a:ext cx="19050" cy="76200"/>
            </a:xfrm>
            <a:custGeom>
              <a:avLst/>
              <a:gdLst>
                <a:gd name="T0" fmla="*/ 19050 w 19050"/>
                <a:gd name="T1" fmla="*/ 0 h 76200"/>
                <a:gd name="T2" fmla="*/ 0 w 19050"/>
                <a:gd name="T3" fmla="*/ 0 h 76200"/>
                <a:gd name="T4" fmla="*/ 0 w 19050"/>
                <a:gd name="T5" fmla="*/ 76199 h 76200"/>
                <a:gd name="T6" fmla="*/ 19050 w 19050"/>
                <a:gd name="T7" fmla="*/ 76199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199"/>
                  </a:lnTo>
                  <a:lnTo>
                    <a:pt x="19050" y="7619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3" name="object 174"/>
            <p:cNvSpPr>
              <a:spLocks/>
            </p:cNvSpPr>
            <p:nvPr/>
          </p:nvSpPr>
          <p:spPr bwMode="auto">
            <a:xfrm>
              <a:off x="2276475" y="4402138"/>
              <a:ext cx="19050" cy="19050"/>
            </a:xfrm>
            <a:custGeom>
              <a:avLst/>
              <a:gdLst>
                <a:gd name="T0" fmla="*/ 19050 w 19050"/>
                <a:gd name="T1" fmla="*/ 0 h 19050"/>
                <a:gd name="T2" fmla="*/ 0 w 19050"/>
                <a:gd name="T3" fmla="*/ 0 h 19050"/>
                <a:gd name="T4" fmla="*/ 0 w 19050"/>
                <a:gd name="T5" fmla="*/ 19049 h 19050"/>
                <a:gd name="T6" fmla="*/ 19050 w 19050"/>
                <a:gd name="T7" fmla="*/ 19049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49"/>
                  </a:lnTo>
                  <a:lnTo>
                    <a:pt x="19050" y="1904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4" name="object 175"/>
            <p:cNvSpPr>
              <a:spLocks/>
            </p:cNvSpPr>
            <p:nvPr/>
          </p:nvSpPr>
          <p:spPr bwMode="auto">
            <a:xfrm>
              <a:off x="2276475" y="4476750"/>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5" name="object 176"/>
            <p:cNvSpPr>
              <a:spLocks/>
            </p:cNvSpPr>
            <p:nvPr/>
          </p:nvSpPr>
          <p:spPr bwMode="auto">
            <a:xfrm>
              <a:off x="2276475" y="4610100"/>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6" name="object 177"/>
            <p:cNvSpPr>
              <a:spLocks/>
            </p:cNvSpPr>
            <p:nvPr/>
          </p:nvSpPr>
          <p:spPr bwMode="auto">
            <a:xfrm>
              <a:off x="2276475" y="4686300"/>
              <a:ext cx="19050" cy="74613"/>
            </a:xfrm>
            <a:custGeom>
              <a:avLst/>
              <a:gdLst>
                <a:gd name="T0" fmla="*/ 19050 w 19050"/>
                <a:gd name="T1" fmla="*/ 0 h 74929"/>
                <a:gd name="T2" fmla="*/ 0 w 19050"/>
                <a:gd name="T3" fmla="*/ 0 h 74929"/>
                <a:gd name="T4" fmla="*/ 0 w 19050"/>
                <a:gd name="T5" fmla="*/ 71830 h 74929"/>
                <a:gd name="T6" fmla="*/ 19050 w 19050"/>
                <a:gd name="T7" fmla="*/ 71830 h 74929"/>
                <a:gd name="T8" fmla="*/ 19050 w 19050"/>
                <a:gd name="T9" fmla="*/ 0 h 74929"/>
                <a:gd name="T10" fmla="*/ 0 60000 65536"/>
                <a:gd name="T11" fmla="*/ 0 60000 65536"/>
                <a:gd name="T12" fmla="*/ 0 60000 65536"/>
                <a:gd name="T13" fmla="*/ 0 60000 65536"/>
                <a:gd name="T14" fmla="*/ 0 60000 65536"/>
                <a:gd name="T15" fmla="*/ 0 w 19050"/>
                <a:gd name="T16" fmla="*/ 0 h 74929"/>
                <a:gd name="T17" fmla="*/ 19050 w 19050"/>
                <a:gd name="T18" fmla="*/ 74929 h 74929"/>
              </a:gdLst>
              <a:ahLst/>
              <a:cxnLst>
                <a:cxn ang="T10">
                  <a:pos x="T0" y="T1"/>
                </a:cxn>
                <a:cxn ang="T11">
                  <a:pos x="T2" y="T3"/>
                </a:cxn>
                <a:cxn ang="T12">
                  <a:pos x="T4" y="T5"/>
                </a:cxn>
                <a:cxn ang="T13">
                  <a:pos x="T6" y="T7"/>
                </a:cxn>
                <a:cxn ang="T14">
                  <a:pos x="T8" y="T9"/>
                </a:cxn>
              </a:cxnLst>
              <a:rect l="T15" t="T16" r="T17" b="T18"/>
              <a:pathLst>
                <a:path w="19050" h="74929">
                  <a:moveTo>
                    <a:pt x="19050" y="0"/>
                  </a:moveTo>
                  <a:lnTo>
                    <a:pt x="0" y="0"/>
                  </a:lnTo>
                  <a:lnTo>
                    <a:pt x="0" y="74930"/>
                  </a:lnTo>
                  <a:lnTo>
                    <a:pt x="19050" y="7493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7" name="object 178"/>
            <p:cNvSpPr>
              <a:spLocks/>
            </p:cNvSpPr>
            <p:nvPr/>
          </p:nvSpPr>
          <p:spPr bwMode="auto">
            <a:xfrm>
              <a:off x="2276475" y="4818063"/>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8" name="object 179"/>
            <p:cNvSpPr>
              <a:spLocks/>
            </p:cNvSpPr>
            <p:nvPr/>
          </p:nvSpPr>
          <p:spPr bwMode="auto">
            <a:xfrm>
              <a:off x="2276475" y="4894263"/>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79" name="object 180"/>
            <p:cNvSpPr>
              <a:spLocks/>
            </p:cNvSpPr>
            <p:nvPr/>
          </p:nvSpPr>
          <p:spPr bwMode="auto">
            <a:xfrm>
              <a:off x="2276475" y="502602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0" name="object 181"/>
            <p:cNvSpPr>
              <a:spLocks/>
            </p:cNvSpPr>
            <p:nvPr/>
          </p:nvSpPr>
          <p:spPr bwMode="auto">
            <a:xfrm>
              <a:off x="2276475" y="510222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1" name="object 182"/>
            <p:cNvSpPr>
              <a:spLocks/>
            </p:cNvSpPr>
            <p:nvPr/>
          </p:nvSpPr>
          <p:spPr bwMode="auto">
            <a:xfrm>
              <a:off x="2276475" y="523557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2" name="object 183"/>
            <p:cNvSpPr>
              <a:spLocks/>
            </p:cNvSpPr>
            <p:nvPr/>
          </p:nvSpPr>
          <p:spPr bwMode="auto">
            <a:xfrm>
              <a:off x="2276475" y="531177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3" name="object 184"/>
            <p:cNvSpPr>
              <a:spLocks/>
            </p:cNvSpPr>
            <p:nvPr/>
          </p:nvSpPr>
          <p:spPr bwMode="auto">
            <a:xfrm>
              <a:off x="2276475" y="5445125"/>
              <a:ext cx="19050" cy="17463"/>
            </a:xfrm>
            <a:custGeom>
              <a:avLst/>
              <a:gdLst>
                <a:gd name="T0" fmla="*/ 19050 w 19050"/>
                <a:gd name="T1" fmla="*/ 0 h 17779"/>
                <a:gd name="T2" fmla="*/ 0 w 19050"/>
                <a:gd name="T3" fmla="*/ 0 h 17779"/>
                <a:gd name="T4" fmla="*/ 0 w 19050"/>
                <a:gd name="T5" fmla="*/ 14861 h 17779"/>
                <a:gd name="T6" fmla="*/ 19050 w 19050"/>
                <a:gd name="T7" fmla="*/ 14861 h 17779"/>
                <a:gd name="T8" fmla="*/ 19050 w 19050"/>
                <a:gd name="T9" fmla="*/ 0 h 17779"/>
                <a:gd name="T10" fmla="*/ 0 60000 65536"/>
                <a:gd name="T11" fmla="*/ 0 60000 65536"/>
                <a:gd name="T12" fmla="*/ 0 60000 65536"/>
                <a:gd name="T13" fmla="*/ 0 60000 65536"/>
                <a:gd name="T14" fmla="*/ 0 60000 65536"/>
                <a:gd name="T15" fmla="*/ 0 w 19050"/>
                <a:gd name="T16" fmla="*/ 0 h 17779"/>
                <a:gd name="T17" fmla="*/ 19050 w 19050"/>
                <a:gd name="T18" fmla="*/ 17779 h 17779"/>
              </a:gdLst>
              <a:ahLst/>
              <a:cxnLst>
                <a:cxn ang="T10">
                  <a:pos x="T0" y="T1"/>
                </a:cxn>
                <a:cxn ang="T11">
                  <a:pos x="T2" y="T3"/>
                </a:cxn>
                <a:cxn ang="T12">
                  <a:pos x="T4" y="T5"/>
                </a:cxn>
                <a:cxn ang="T13">
                  <a:pos x="T6" y="T7"/>
                </a:cxn>
                <a:cxn ang="T14">
                  <a:pos x="T8" y="T9"/>
                </a:cxn>
              </a:cxnLst>
              <a:rect l="T15" t="T16" r="T17" b="T18"/>
              <a:pathLst>
                <a:path w="19050" h="17779">
                  <a:moveTo>
                    <a:pt x="19050" y="0"/>
                  </a:moveTo>
                  <a:lnTo>
                    <a:pt x="0" y="0"/>
                  </a:lnTo>
                  <a:lnTo>
                    <a:pt x="0" y="17780"/>
                  </a:lnTo>
                  <a:lnTo>
                    <a:pt x="19050" y="1778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4" name="object 185"/>
            <p:cNvSpPr>
              <a:spLocks/>
            </p:cNvSpPr>
            <p:nvPr/>
          </p:nvSpPr>
          <p:spPr bwMode="auto">
            <a:xfrm>
              <a:off x="6924675" y="1066800"/>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5" name="object 186"/>
            <p:cNvSpPr>
              <a:spLocks/>
            </p:cNvSpPr>
            <p:nvPr/>
          </p:nvSpPr>
          <p:spPr bwMode="auto">
            <a:xfrm>
              <a:off x="6924675" y="1141413"/>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6" name="object 187"/>
            <p:cNvSpPr>
              <a:spLocks/>
            </p:cNvSpPr>
            <p:nvPr/>
          </p:nvSpPr>
          <p:spPr bwMode="auto">
            <a:xfrm>
              <a:off x="6924675" y="1274763"/>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7" name="object 188"/>
            <p:cNvSpPr>
              <a:spLocks/>
            </p:cNvSpPr>
            <p:nvPr/>
          </p:nvSpPr>
          <p:spPr bwMode="auto">
            <a:xfrm>
              <a:off x="6924675" y="1350963"/>
              <a:ext cx="19050" cy="74612"/>
            </a:xfrm>
            <a:custGeom>
              <a:avLst/>
              <a:gdLst>
                <a:gd name="T0" fmla="*/ 19050 w 19050"/>
                <a:gd name="T1" fmla="*/ 0 h 74930"/>
                <a:gd name="T2" fmla="*/ 0 w 19050"/>
                <a:gd name="T3" fmla="*/ 0 h 74930"/>
                <a:gd name="T4" fmla="*/ 0 w 19050"/>
                <a:gd name="T5" fmla="*/ 71810 h 74930"/>
                <a:gd name="T6" fmla="*/ 19050 w 19050"/>
                <a:gd name="T7" fmla="*/ 71810 h 74930"/>
                <a:gd name="T8" fmla="*/ 19050 w 19050"/>
                <a:gd name="T9" fmla="*/ 0 h 74930"/>
                <a:gd name="T10" fmla="*/ 0 60000 65536"/>
                <a:gd name="T11" fmla="*/ 0 60000 65536"/>
                <a:gd name="T12" fmla="*/ 0 60000 65536"/>
                <a:gd name="T13" fmla="*/ 0 60000 65536"/>
                <a:gd name="T14" fmla="*/ 0 60000 65536"/>
                <a:gd name="T15" fmla="*/ 0 w 19050"/>
                <a:gd name="T16" fmla="*/ 0 h 74930"/>
                <a:gd name="T17" fmla="*/ 19050 w 19050"/>
                <a:gd name="T18" fmla="*/ 74930 h 74930"/>
              </a:gdLst>
              <a:ahLst/>
              <a:cxnLst>
                <a:cxn ang="T10">
                  <a:pos x="T0" y="T1"/>
                </a:cxn>
                <a:cxn ang="T11">
                  <a:pos x="T2" y="T3"/>
                </a:cxn>
                <a:cxn ang="T12">
                  <a:pos x="T4" y="T5"/>
                </a:cxn>
                <a:cxn ang="T13">
                  <a:pos x="T6" y="T7"/>
                </a:cxn>
                <a:cxn ang="T14">
                  <a:pos x="T8" y="T9"/>
                </a:cxn>
              </a:cxnLst>
              <a:rect l="T15" t="T16" r="T17" b="T18"/>
              <a:pathLst>
                <a:path w="19050" h="74930">
                  <a:moveTo>
                    <a:pt x="19050" y="0"/>
                  </a:moveTo>
                  <a:lnTo>
                    <a:pt x="0" y="0"/>
                  </a:lnTo>
                  <a:lnTo>
                    <a:pt x="0" y="74930"/>
                  </a:lnTo>
                  <a:lnTo>
                    <a:pt x="19050" y="7493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8" name="object 189"/>
            <p:cNvSpPr>
              <a:spLocks/>
            </p:cNvSpPr>
            <p:nvPr/>
          </p:nvSpPr>
          <p:spPr bwMode="auto">
            <a:xfrm>
              <a:off x="6924675" y="148272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89" name="object 190"/>
            <p:cNvSpPr>
              <a:spLocks/>
            </p:cNvSpPr>
            <p:nvPr/>
          </p:nvSpPr>
          <p:spPr bwMode="auto">
            <a:xfrm>
              <a:off x="6924675" y="1558925"/>
              <a:ext cx="19050" cy="76200"/>
            </a:xfrm>
            <a:custGeom>
              <a:avLst/>
              <a:gdLst>
                <a:gd name="T0" fmla="*/ 19050 w 19050"/>
                <a:gd name="T1" fmla="*/ 0 h 74930"/>
                <a:gd name="T2" fmla="*/ 0 w 19050"/>
                <a:gd name="T3" fmla="*/ 0 h 74930"/>
                <a:gd name="T4" fmla="*/ 0 w 19050"/>
                <a:gd name="T5" fmla="*/ 88643 h 74930"/>
                <a:gd name="T6" fmla="*/ 19050 w 19050"/>
                <a:gd name="T7" fmla="*/ 88643 h 74930"/>
                <a:gd name="T8" fmla="*/ 19050 w 19050"/>
                <a:gd name="T9" fmla="*/ 0 h 74930"/>
                <a:gd name="T10" fmla="*/ 0 60000 65536"/>
                <a:gd name="T11" fmla="*/ 0 60000 65536"/>
                <a:gd name="T12" fmla="*/ 0 60000 65536"/>
                <a:gd name="T13" fmla="*/ 0 60000 65536"/>
                <a:gd name="T14" fmla="*/ 0 60000 65536"/>
                <a:gd name="T15" fmla="*/ 0 w 19050"/>
                <a:gd name="T16" fmla="*/ 0 h 74930"/>
                <a:gd name="T17" fmla="*/ 19050 w 19050"/>
                <a:gd name="T18" fmla="*/ 74930 h 74930"/>
              </a:gdLst>
              <a:ahLst/>
              <a:cxnLst>
                <a:cxn ang="T10">
                  <a:pos x="T0" y="T1"/>
                </a:cxn>
                <a:cxn ang="T11">
                  <a:pos x="T2" y="T3"/>
                </a:cxn>
                <a:cxn ang="T12">
                  <a:pos x="T4" y="T5"/>
                </a:cxn>
                <a:cxn ang="T13">
                  <a:pos x="T6" y="T7"/>
                </a:cxn>
                <a:cxn ang="T14">
                  <a:pos x="T8" y="T9"/>
                </a:cxn>
              </a:cxnLst>
              <a:rect l="T15" t="T16" r="T17" b="T18"/>
              <a:pathLst>
                <a:path w="19050" h="74930">
                  <a:moveTo>
                    <a:pt x="19050" y="0"/>
                  </a:moveTo>
                  <a:lnTo>
                    <a:pt x="0" y="0"/>
                  </a:lnTo>
                  <a:lnTo>
                    <a:pt x="0" y="74929"/>
                  </a:lnTo>
                  <a:lnTo>
                    <a:pt x="19050" y="7492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0" name="object 191"/>
            <p:cNvSpPr>
              <a:spLocks/>
            </p:cNvSpPr>
            <p:nvPr/>
          </p:nvSpPr>
          <p:spPr bwMode="auto">
            <a:xfrm>
              <a:off x="6924675" y="169227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1" name="object 192"/>
            <p:cNvSpPr>
              <a:spLocks/>
            </p:cNvSpPr>
            <p:nvPr/>
          </p:nvSpPr>
          <p:spPr bwMode="auto">
            <a:xfrm>
              <a:off x="6924675" y="176847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2" name="object 193"/>
            <p:cNvSpPr>
              <a:spLocks/>
            </p:cNvSpPr>
            <p:nvPr/>
          </p:nvSpPr>
          <p:spPr bwMode="auto">
            <a:xfrm>
              <a:off x="6924675" y="1900238"/>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3" name="object 194"/>
            <p:cNvSpPr>
              <a:spLocks/>
            </p:cNvSpPr>
            <p:nvPr/>
          </p:nvSpPr>
          <p:spPr bwMode="auto">
            <a:xfrm>
              <a:off x="6924675" y="1976438"/>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4" name="object 195"/>
            <p:cNvSpPr>
              <a:spLocks/>
            </p:cNvSpPr>
            <p:nvPr/>
          </p:nvSpPr>
          <p:spPr bwMode="auto">
            <a:xfrm>
              <a:off x="6924675" y="2109788"/>
              <a:ext cx="19050" cy="17462"/>
            </a:xfrm>
            <a:custGeom>
              <a:avLst/>
              <a:gdLst>
                <a:gd name="T0" fmla="*/ 19050 w 19050"/>
                <a:gd name="T1" fmla="*/ 0 h 17780"/>
                <a:gd name="T2" fmla="*/ 0 w 19050"/>
                <a:gd name="T3" fmla="*/ 0 h 17780"/>
                <a:gd name="T4" fmla="*/ 0 w 19050"/>
                <a:gd name="T5" fmla="*/ 14844 h 17780"/>
                <a:gd name="T6" fmla="*/ 19050 w 19050"/>
                <a:gd name="T7" fmla="*/ 14844 h 17780"/>
                <a:gd name="T8" fmla="*/ 19050 w 19050"/>
                <a:gd name="T9" fmla="*/ 0 h 17780"/>
                <a:gd name="T10" fmla="*/ 0 60000 65536"/>
                <a:gd name="T11" fmla="*/ 0 60000 65536"/>
                <a:gd name="T12" fmla="*/ 0 60000 65536"/>
                <a:gd name="T13" fmla="*/ 0 60000 65536"/>
                <a:gd name="T14" fmla="*/ 0 60000 65536"/>
                <a:gd name="T15" fmla="*/ 0 w 19050"/>
                <a:gd name="T16" fmla="*/ 0 h 17780"/>
                <a:gd name="T17" fmla="*/ 19050 w 19050"/>
                <a:gd name="T18" fmla="*/ 17780 h 17780"/>
              </a:gdLst>
              <a:ahLst/>
              <a:cxnLst>
                <a:cxn ang="T10">
                  <a:pos x="T0" y="T1"/>
                </a:cxn>
                <a:cxn ang="T11">
                  <a:pos x="T2" y="T3"/>
                </a:cxn>
                <a:cxn ang="T12">
                  <a:pos x="T4" y="T5"/>
                </a:cxn>
                <a:cxn ang="T13">
                  <a:pos x="T6" y="T7"/>
                </a:cxn>
                <a:cxn ang="T14">
                  <a:pos x="T8" y="T9"/>
                </a:cxn>
              </a:cxnLst>
              <a:rect l="T15" t="T16" r="T17" b="T18"/>
              <a:pathLst>
                <a:path w="19050" h="17780">
                  <a:moveTo>
                    <a:pt x="19050" y="0"/>
                  </a:moveTo>
                  <a:lnTo>
                    <a:pt x="0" y="0"/>
                  </a:lnTo>
                  <a:lnTo>
                    <a:pt x="0" y="17779"/>
                  </a:lnTo>
                  <a:lnTo>
                    <a:pt x="19050" y="1777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5" name="object 196"/>
            <p:cNvSpPr>
              <a:spLocks/>
            </p:cNvSpPr>
            <p:nvPr/>
          </p:nvSpPr>
          <p:spPr bwMode="auto">
            <a:xfrm>
              <a:off x="6924675" y="2184400"/>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6" name="object 197"/>
            <p:cNvSpPr>
              <a:spLocks/>
            </p:cNvSpPr>
            <p:nvPr/>
          </p:nvSpPr>
          <p:spPr bwMode="auto">
            <a:xfrm>
              <a:off x="6924675" y="2317750"/>
              <a:ext cx="19050" cy="17463"/>
            </a:xfrm>
            <a:custGeom>
              <a:avLst/>
              <a:gdLst>
                <a:gd name="T0" fmla="*/ 19050 w 19050"/>
                <a:gd name="T1" fmla="*/ 0 h 17780"/>
                <a:gd name="T2" fmla="*/ 0 w 19050"/>
                <a:gd name="T3" fmla="*/ 0 h 17780"/>
                <a:gd name="T4" fmla="*/ 0 w 19050"/>
                <a:gd name="T5" fmla="*/ 14852 h 17780"/>
                <a:gd name="T6" fmla="*/ 19050 w 19050"/>
                <a:gd name="T7" fmla="*/ 14852 h 17780"/>
                <a:gd name="T8" fmla="*/ 19050 w 19050"/>
                <a:gd name="T9" fmla="*/ 0 h 17780"/>
                <a:gd name="T10" fmla="*/ 0 60000 65536"/>
                <a:gd name="T11" fmla="*/ 0 60000 65536"/>
                <a:gd name="T12" fmla="*/ 0 60000 65536"/>
                <a:gd name="T13" fmla="*/ 0 60000 65536"/>
                <a:gd name="T14" fmla="*/ 0 60000 65536"/>
                <a:gd name="T15" fmla="*/ 0 w 19050"/>
                <a:gd name="T16" fmla="*/ 0 h 17780"/>
                <a:gd name="T17" fmla="*/ 19050 w 19050"/>
                <a:gd name="T18" fmla="*/ 17780 h 17780"/>
              </a:gdLst>
              <a:ahLst/>
              <a:cxnLst>
                <a:cxn ang="T10">
                  <a:pos x="T0" y="T1"/>
                </a:cxn>
                <a:cxn ang="T11">
                  <a:pos x="T2" y="T3"/>
                </a:cxn>
                <a:cxn ang="T12">
                  <a:pos x="T4" y="T5"/>
                </a:cxn>
                <a:cxn ang="T13">
                  <a:pos x="T6" y="T7"/>
                </a:cxn>
                <a:cxn ang="T14">
                  <a:pos x="T8" y="T9"/>
                </a:cxn>
              </a:cxnLst>
              <a:rect l="T15" t="T16" r="T17" b="T18"/>
              <a:pathLst>
                <a:path w="19050" h="17780">
                  <a:moveTo>
                    <a:pt x="19050" y="0"/>
                  </a:moveTo>
                  <a:lnTo>
                    <a:pt x="0" y="0"/>
                  </a:lnTo>
                  <a:lnTo>
                    <a:pt x="0" y="17779"/>
                  </a:lnTo>
                  <a:lnTo>
                    <a:pt x="19050" y="1777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7" name="object 198"/>
            <p:cNvSpPr>
              <a:spLocks/>
            </p:cNvSpPr>
            <p:nvPr/>
          </p:nvSpPr>
          <p:spPr bwMode="auto">
            <a:xfrm>
              <a:off x="6924675" y="2392363"/>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8" name="object 199"/>
            <p:cNvSpPr>
              <a:spLocks/>
            </p:cNvSpPr>
            <p:nvPr/>
          </p:nvSpPr>
          <p:spPr bwMode="auto">
            <a:xfrm>
              <a:off x="6924675" y="2525713"/>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499" name="object 200"/>
            <p:cNvSpPr>
              <a:spLocks/>
            </p:cNvSpPr>
            <p:nvPr/>
          </p:nvSpPr>
          <p:spPr bwMode="auto">
            <a:xfrm>
              <a:off x="6924675" y="260032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0" name="object 201"/>
            <p:cNvSpPr>
              <a:spLocks/>
            </p:cNvSpPr>
            <p:nvPr/>
          </p:nvSpPr>
          <p:spPr bwMode="auto">
            <a:xfrm>
              <a:off x="6924675" y="273367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1" name="object 202"/>
            <p:cNvSpPr>
              <a:spLocks/>
            </p:cNvSpPr>
            <p:nvPr/>
          </p:nvSpPr>
          <p:spPr bwMode="auto">
            <a:xfrm>
              <a:off x="6924675" y="280987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2" name="object 203"/>
            <p:cNvSpPr>
              <a:spLocks/>
            </p:cNvSpPr>
            <p:nvPr/>
          </p:nvSpPr>
          <p:spPr bwMode="auto">
            <a:xfrm>
              <a:off x="6924675" y="294322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3" name="object 204"/>
            <p:cNvSpPr>
              <a:spLocks/>
            </p:cNvSpPr>
            <p:nvPr/>
          </p:nvSpPr>
          <p:spPr bwMode="auto">
            <a:xfrm>
              <a:off x="6924675" y="3019425"/>
              <a:ext cx="19050" cy="74613"/>
            </a:xfrm>
            <a:custGeom>
              <a:avLst/>
              <a:gdLst>
                <a:gd name="T0" fmla="*/ 19050 w 19050"/>
                <a:gd name="T1" fmla="*/ 0 h 74930"/>
                <a:gd name="T2" fmla="*/ 0 w 19050"/>
                <a:gd name="T3" fmla="*/ 0 h 74930"/>
                <a:gd name="T4" fmla="*/ 0 w 19050"/>
                <a:gd name="T5" fmla="*/ 71820 h 74930"/>
                <a:gd name="T6" fmla="*/ 19050 w 19050"/>
                <a:gd name="T7" fmla="*/ 71820 h 74930"/>
                <a:gd name="T8" fmla="*/ 19050 w 19050"/>
                <a:gd name="T9" fmla="*/ 0 h 74930"/>
                <a:gd name="T10" fmla="*/ 0 60000 65536"/>
                <a:gd name="T11" fmla="*/ 0 60000 65536"/>
                <a:gd name="T12" fmla="*/ 0 60000 65536"/>
                <a:gd name="T13" fmla="*/ 0 60000 65536"/>
                <a:gd name="T14" fmla="*/ 0 60000 65536"/>
                <a:gd name="T15" fmla="*/ 0 w 19050"/>
                <a:gd name="T16" fmla="*/ 0 h 74930"/>
                <a:gd name="T17" fmla="*/ 19050 w 19050"/>
                <a:gd name="T18" fmla="*/ 74930 h 74930"/>
              </a:gdLst>
              <a:ahLst/>
              <a:cxnLst>
                <a:cxn ang="T10">
                  <a:pos x="T0" y="T1"/>
                </a:cxn>
                <a:cxn ang="T11">
                  <a:pos x="T2" y="T3"/>
                </a:cxn>
                <a:cxn ang="T12">
                  <a:pos x="T4" y="T5"/>
                </a:cxn>
                <a:cxn ang="T13">
                  <a:pos x="T6" y="T7"/>
                </a:cxn>
                <a:cxn ang="T14">
                  <a:pos x="T8" y="T9"/>
                </a:cxn>
              </a:cxnLst>
              <a:rect l="T15" t="T16" r="T17" b="T18"/>
              <a:pathLst>
                <a:path w="19050" h="74930">
                  <a:moveTo>
                    <a:pt x="19050" y="0"/>
                  </a:moveTo>
                  <a:lnTo>
                    <a:pt x="0" y="0"/>
                  </a:lnTo>
                  <a:lnTo>
                    <a:pt x="0" y="74930"/>
                  </a:lnTo>
                  <a:lnTo>
                    <a:pt x="19050" y="7493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4" name="object 205"/>
            <p:cNvSpPr>
              <a:spLocks/>
            </p:cNvSpPr>
            <p:nvPr/>
          </p:nvSpPr>
          <p:spPr bwMode="auto">
            <a:xfrm>
              <a:off x="6924675" y="3151188"/>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5" name="object 206"/>
            <p:cNvSpPr>
              <a:spLocks/>
            </p:cNvSpPr>
            <p:nvPr/>
          </p:nvSpPr>
          <p:spPr bwMode="auto">
            <a:xfrm>
              <a:off x="6924675" y="3227388"/>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6" name="object 207"/>
            <p:cNvSpPr>
              <a:spLocks/>
            </p:cNvSpPr>
            <p:nvPr/>
          </p:nvSpPr>
          <p:spPr bwMode="auto">
            <a:xfrm>
              <a:off x="6924675" y="3359150"/>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7" name="object 208"/>
            <p:cNvSpPr>
              <a:spLocks/>
            </p:cNvSpPr>
            <p:nvPr/>
          </p:nvSpPr>
          <p:spPr bwMode="auto">
            <a:xfrm>
              <a:off x="6924675" y="3435350"/>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8" name="object 209"/>
            <p:cNvSpPr>
              <a:spLocks/>
            </p:cNvSpPr>
            <p:nvPr/>
          </p:nvSpPr>
          <p:spPr bwMode="auto">
            <a:xfrm>
              <a:off x="6924675" y="3567113"/>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09" name="object 210"/>
            <p:cNvSpPr>
              <a:spLocks/>
            </p:cNvSpPr>
            <p:nvPr/>
          </p:nvSpPr>
          <p:spPr bwMode="auto">
            <a:xfrm>
              <a:off x="6924675" y="3643313"/>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0" name="object 211"/>
            <p:cNvSpPr>
              <a:spLocks/>
            </p:cNvSpPr>
            <p:nvPr/>
          </p:nvSpPr>
          <p:spPr bwMode="auto">
            <a:xfrm>
              <a:off x="6924675" y="3776663"/>
              <a:ext cx="19050" cy="17462"/>
            </a:xfrm>
            <a:custGeom>
              <a:avLst/>
              <a:gdLst>
                <a:gd name="T0" fmla="*/ 19050 w 19050"/>
                <a:gd name="T1" fmla="*/ 0 h 17779"/>
                <a:gd name="T2" fmla="*/ 0 w 19050"/>
                <a:gd name="T3" fmla="*/ 0 h 17779"/>
                <a:gd name="T4" fmla="*/ 0 w 19050"/>
                <a:gd name="T5" fmla="*/ 14851 h 17779"/>
                <a:gd name="T6" fmla="*/ 19050 w 19050"/>
                <a:gd name="T7" fmla="*/ 14851 h 17779"/>
                <a:gd name="T8" fmla="*/ 19050 w 19050"/>
                <a:gd name="T9" fmla="*/ 0 h 17779"/>
                <a:gd name="T10" fmla="*/ 0 60000 65536"/>
                <a:gd name="T11" fmla="*/ 0 60000 65536"/>
                <a:gd name="T12" fmla="*/ 0 60000 65536"/>
                <a:gd name="T13" fmla="*/ 0 60000 65536"/>
                <a:gd name="T14" fmla="*/ 0 60000 65536"/>
                <a:gd name="T15" fmla="*/ 0 w 19050"/>
                <a:gd name="T16" fmla="*/ 0 h 17779"/>
                <a:gd name="T17" fmla="*/ 19050 w 19050"/>
                <a:gd name="T18" fmla="*/ 17779 h 17779"/>
              </a:gdLst>
              <a:ahLst/>
              <a:cxnLst>
                <a:cxn ang="T10">
                  <a:pos x="T0" y="T1"/>
                </a:cxn>
                <a:cxn ang="T11">
                  <a:pos x="T2" y="T3"/>
                </a:cxn>
                <a:cxn ang="T12">
                  <a:pos x="T4" y="T5"/>
                </a:cxn>
                <a:cxn ang="T13">
                  <a:pos x="T6" y="T7"/>
                </a:cxn>
                <a:cxn ang="T14">
                  <a:pos x="T8" y="T9"/>
                </a:cxn>
              </a:cxnLst>
              <a:rect l="T15" t="T16" r="T17" b="T18"/>
              <a:pathLst>
                <a:path w="19050" h="17779">
                  <a:moveTo>
                    <a:pt x="19050" y="0"/>
                  </a:moveTo>
                  <a:lnTo>
                    <a:pt x="0" y="0"/>
                  </a:lnTo>
                  <a:lnTo>
                    <a:pt x="0" y="17780"/>
                  </a:lnTo>
                  <a:lnTo>
                    <a:pt x="19050" y="1778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1" name="object 212"/>
            <p:cNvSpPr>
              <a:spLocks/>
            </p:cNvSpPr>
            <p:nvPr/>
          </p:nvSpPr>
          <p:spPr bwMode="auto">
            <a:xfrm>
              <a:off x="6924675" y="385127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2" name="object 213"/>
            <p:cNvSpPr>
              <a:spLocks/>
            </p:cNvSpPr>
            <p:nvPr/>
          </p:nvSpPr>
          <p:spPr bwMode="auto">
            <a:xfrm>
              <a:off x="6924675" y="3984625"/>
              <a:ext cx="19050" cy="19050"/>
            </a:xfrm>
            <a:custGeom>
              <a:avLst/>
              <a:gdLst>
                <a:gd name="T0" fmla="*/ 19050 w 19050"/>
                <a:gd name="T1" fmla="*/ 0 h 17779"/>
                <a:gd name="T2" fmla="*/ 0 w 19050"/>
                <a:gd name="T3" fmla="*/ 0 h 17779"/>
                <a:gd name="T4" fmla="*/ 0 w 19050"/>
                <a:gd name="T5" fmla="*/ 35463 h 17779"/>
                <a:gd name="T6" fmla="*/ 19050 w 19050"/>
                <a:gd name="T7" fmla="*/ 35463 h 17779"/>
                <a:gd name="T8" fmla="*/ 19050 w 19050"/>
                <a:gd name="T9" fmla="*/ 0 h 17779"/>
                <a:gd name="T10" fmla="*/ 0 60000 65536"/>
                <a:gd name="T11" fmla="*/ 0 60000 65536"/>
                <a:gd name="T12" fmla="*/ 0 60000 65536"/>
                <a:gd name="T13" fmla="*/ 0 60000 65536"/>
                <a:gd name="T14" fmla="*/ 0 60000 65536"/>
                <a:gd name="T15" fmla="*/ 0 w 19050"/>
                <a:gd name="T16" fmla="*/ 0 h 17779"/>
                <a:gd name="T17" fmla="*/ 19050 w 19050"/>
                <a:gd name="T18" fmla="*/ 17779 h 17779"/>
              </a:gdLst>
              <a:ahLst/>
              <a:cxnLst>
                <a:cxn ang="T10">
                  <a:pos x="T0" y="T1"/>
                </a:cxn>
                <a:cxn ang="T11">
                  <a:pos x="T2" y="T3"/>
                </a:cxn>
                <a:cxn ang="T12">
                  <a:pos x="T4" y="T5"/>
                </a:cxn>
                <a:cxn ang="T13">
                  <a:pos x="T6" y="T7"/>
                </a:cxn>
                <a:cxn ang="T14">
                  <a:pos x="T8" y="T9"/>
                </a:cxn>
              </a:cxnLst>
              <a:rect l="T15" t="T16" r="T17" b="T18"/>
              <a:pathLst>
                <a:path w="19050" h="17779">
                  <a:moveTo>
                    <a:pt x="19050" y="0"/>
                  </a:moveTo>
                  <a:lnTo>
                    <a:pt x="0" y="0"/>
                  </a:lnTo>
                  <a:lnTo>
                    <a:pt x="0" y="17779"/>
                  </a:lnTo>
                  <a:lnTo>
                    <a:pt x="19050" y="1777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3" name="object 214"/>
            <p:cNvSpPr>
              <a:spLocks/>
            </p:cNvSpPr>
            <p:nvPr/>
          </p:nvSpPr>
          <p:spPr bwMode="auto">
            <a:xfrm>
              <a:off x="6924675" y="406082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4" name="object 215"/>
            <p:cNvSpPr>
              <a:spLocks/>
            </p:cNvSpPr>
            <p:nvPr/>
          </p:nvSpPr>
          <p:spPr bwMode="auto">
            <a:xfrm>
              <a:off x="6924675" y="419417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5" name="object 216"/>
            <p:cNvSpPr>
              <a:spLocks/>
            </p:cNvSpPr>
            <p:nvPr/>
          </p:nvSpPr>
          <p:spPr bwMode="auto">
            <a:xfrm>
              <a:off x="6924675" y="4268788"/>
              <a:ext cx="19050" cy="76200"/>
            </a:xfrm>
            <a:custGeom>
              <a:avLst/>
              <a:gdLst>
                <a:gd name="T0" fmla="*/ 19050 w 19050"/>
                <a:gd name="T1" fmla="*/ 0 h 76200"/>
                <a:gd name="T2" fmla="*/ 0 w 19050"/>
                <a:gd name="T3" fmla="*/ 0 h 76200"/>
                <a:gd name="T4" fmla="*/ 0 w 19050"/>
                <a:gd name="T5" fmla="*/ 76199 h 76200"/>
                <a:gd name="T6" fmla="*/ 19050 w 19050"/>
                <a:gd name="T7" fmla="*/ 76199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199"/>
                  </a:lnTo>
                  <a:lnTo>
                    <a:pt x="19050" y="7619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6" name="object 217"/>
            <p:cNvSpPr>
              <a:spLocks/>
            </p:cNvSpPr>
            <p:nvPr/>
          </p:nvSpPr>
          <p:spPr bwMode="auto">
            <a:xfrm>
              <a:off x="6924675" y="4402138"/>
              <a:ext cx="19050" cy="19050"/>
            </a:xfrm>
            <a:custGeom>
              <a:avLst/>
              <a:gdLst>
                <a:gd name="T0" fmla="*/ 19050 w 19050"/>
                <a:gd name="T1" fmla="*/ 0 h 19050"/>
                <a:gd name="T2" fmla="*/ 0 w 19050"/>
                <a:gd name="T3" fmla="*/ 0 h 19050"/>
                <a:gd name="T4" fmla="*/ 0 w 19050"/>
                <a:gd name="T5" fmla="*/ 19049 h 19050"/>
                <a:gd name="T6" fmla="*/ 19050 w 19050"/>
                <a:gd name="T7" fmla="*/ 19049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49"/>
                  </a:lnTo>
                  <a:lnTo>
                    <a:pt x="19050" y="19049"/>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7" name="object 218"/>
            <p:cNvSpPr>
              <a:spLocks/>
            </p:cNvSpPr>
            <p:nvPr/>
          </p:nvSpPr>
          <p:spPr bwMode="auto">
            <a:xfrm>
              <a:off x="6924675" y="4476750"/>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8" name="object 219"/>
            <p:cNvSpPr>
              <a:spLocks/>
            </p:cNvSpPr>
            <p:nvPr/>
          </p:nvSpPr>
          <p:spPr bwMode="auto">
            <a:xfrm>
              <a:off x="6924675" y="4610100"/>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19" name="object 220"/>
            <p:cNvSpPr>
              <a:spLocks/>
            </p:cNvSpPr>
            <p:nvPr/>
          </p:nvSpPr>
          <p:spPr bwMode="auto">
            <a:xfrm>
              <a:off x="6924675" y="4686300"/>
              <a:ext cx="19050" cy="74613"/>
            </a:xfrm>
            <a:custGeom>
              <a:avLst/>
              <a:gdLst>
                <a:gd name="T0" fmla="*/ 19050 w 19050"/>
                <a:gd name="T1" fmla="*/ 0 h 74929"/>
                <a:gd name="T2" fmla="*/ 0 w 19050"/>
                <a:gd name="T3" fmla="*/ 0 h 74929"/>
                <a:gd name="T4" fmla="*/ 0 w 19050"/>
                <a:gd name="T5" fmla="*/ 71830 h 74929"/>
                <a:gd name="T6" fmla="*/ 19050 w 19050"/>
                <a:gd name="T7" fmla="*/ 71830 h 74929"/>
                <a:gd name="T8" fmla="*/ 19050 w 19050"/>
                <a:gd name="T9" fmla="*/ 0 h 74929"/>
                <a:gd name="T10" fmla="*/ 0 60000 65536"/>
                <a:gd name="T11" fmla="*/ 0 60000 65536"/>
                <a:gd name="T12" fmla="*/ 0 60000 65536"/>
                <a:gd name="T13" fmla="*/ 0 60000 65536"/>
                <a:gd name="T14" fmla="*/ 0 60000 65536"/>
                <a:gd name="T15" fmla="*/ 0 w 19050"/>
                <a:gd name="T16" fmla="*/ 0 h 74929"/>
                <a:gd name="T17" fmla="*/ 19050 w 19050"/>
                <a:gd name="T18" fmla="*/ 74929 h 74929"/>
              </a:gdLst>
              <a:ahLst/>
              <a:cxnLst>
                <a:cxn ang="T10">
                  <a:pos x="T0" y="T1"/>
                </a:cxn>
                <a:cxn ang="T11">
                  <a:pos x="T2" y="T3"/>
                </a:cxn>
                <a:cxn ang="T12">
                  <a:pos x="T4" y="T5"/>
                </a:cxn>
                <a:cxn ang="T13">
                  <a:pos x="T6" y="T7"/>
                </a:cxn>
                <a:cxn ang="T14">
                  <a:pos x="T8" y="T9"/>
                </a:cxn>
              </a:cxnLst>
              <a:rect l="T15" t="T16" r="T17" b="T18"/>
              <a:pathLst>
                <a:path w="19050" h="74929">
                  <a:moveTo>
                    <a:pt x="19050" y="0"/>
                  </a:moveTo>
                  <a:lnTo>
                    <a:pt x="0" y="0"/>
                  </a:lnTo>
                  <a:lnTo>
                    <a:pt x="0" y="74930"/>
                  </a:lnTo>
                  <a:lnTo>
                    <a:pt x="19050" y="7493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20" name="object 221"/>
            <p:cNvSpPr>
              <a:spLocks/>
            </p:cNvSpPr>
            <p:nvPr/>
          </p:nvSpPr>
          <p:spPr bwMode="auto">
            <a:xfrm>
              <a:off x="6924675" y="4818063"/>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21" name="object 222"/>
            <p:cNvSpPr>
              <a:spLocks/>
            </p:cNvSpPr>
            <p:nvPr/>
          </p:nvSpPr>
          <p:spPr bwMode="auto">
            <a:xfrm>
              <a:off x="6924675" y="4894263"/>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22" name="object 223"/>
            <p:cNvSpPr>
              <a:spLocks/>
            </p:cNvSpPr>
            <p:nvPr/>
          </p:nvSpPr>
          <p:spPr bwMode="auto">
            <a:xfrm>
              <a:off x="6924675" y="502602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23" name="object 224"/>
            <p:cNvSpPr>
              <a:spLocks/>
            </p:cNvSpPr>
            <p:nvPr/>
          </p:nvSpPr>
          <p:spPr bwMode="auto">
            <a:xfrm>
              <a:off x="6924675" y="510222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24" name="object 225"/>
            <p:cNvSpPr>
              <a:spLocks/>
            </p:cNvSpPr>
            <p:nvPr/>
          </p:nvSpPr>
          <p:spPr bwMode="auto">
            <a:xfrm>
              <a:off x="6924675" y="5235575"/>
              <a:ext cx="19050" cy="19050"/>
            </a:xfrm>
            <a:custGeom>
              <a:avLst/>
              <a:gdLst>
                <a:gd name="T0" fmla="*/ 19050 w 19050"/>
                <a:gd name="T1" fmla="*/ 0 h 19050"/>
                <a:gd name="T2" fmla="*/ 0 w 19050"/>
                <a:gd name="T3" fmla="*/ 0 h 19050"/>
                <a:gd name="T4" fmla="*/ 0 w 19050"/>
                <a:gd name="T5" fmla="*/ 19050 h 19050"/>
                <a:gd name="T6" fmla="*/ 19050 w 19050"/>
                <a:gd name="T7" fmla="*/ 19050 h 19050"/>
                <a:gd name="T8" fmla="*/ 19050 w 19050"/>
                <a:gd name="T9" fmla="*/ 0 h 19050"/>
                <a:gd name="T10" fmla="*/ 0 60000 65536"/>
                <a:gd name="T11" fmla="*/ 0 60000 65536"/>
                <a:gd name="T12" fmla="*/ 0 60000 65536"/>
                <a:gd name="T13" fmla="*/ 0 60000 65536"/>
                <a:gd name="T14" fmla="*/ 0 60000 65536"/>
                <a:gd name="T15" fmla="*/ 0 w 19050"/>
                <a:gd name="T16" fmla="*/ 0 h 19050"/>
                <a:gd name="T17" fmla="*/ 19050 w 19050"/>
                <a:gd name="T18" fmla="*/ 19050 h 19050"/>
              </a:gdLst>
              <a:ahLst/>
              <a:cxnLst>
                <a:cxn ang="T10">
                  <a:pos x="T0" y="T1"/>
                </a:cxn>
                <a:cxn ang="T11">
                  <a:pos x="T2" y="T3"/>
                </a:cxn>
                <a:cxn ang="T12">
                  <a:pos x="T4" y="T5"/>
                </a:cxn>
                <a:cxn ang="T13">
                  <a:pos x="T6" y="T7"/>
                </a:cxn>
                <a:cxn ang="T14">
                  <a:pos x="T8" y="T9"/>
                </a:cxn>
              </a:cxnLst>
              <a:rect l="T15" t="T16" r="T17" b="T18"/>
              <a:pathLst>
                <a:path w="19050" h="19050">
                  <a:moveTo>
                    <a:pt x="19050" y="0"/>
                  </a:moveTo>
                  <a:lnTo>
                    <a:pt x="0" y="0"/>
                  </a:lnTo>
                  <a:lnTo>
                    <a:pt x="0" y="19050"/>
                  </a:lnTo>
                  <a:lnTo>
                    <a:pt x="19050" y="1905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25" name="object 226"/>
            <p:cNvSpPr>
              <a:spLocks/>
            </p:cNvSpPr>
            <p:nvPr/>
          </p:nvSpPr>
          <p:spPr bwMode="auto">
            <a:xfrm>
              <a:off x="6924675" y="5311775"/>
              <a:ext cx="19050" cy="76200"/>
            </a:xfrm>
            <a:custGeom>
              <a:avLst/>
              <a:gdLst>
                <a:gd name="T0" fmla="*/ 19050 w 19050"/>
                <a:gd name="T1" fmla="*/ 0 h 76200"/>
                <a:gd name="T2" fmla="*/ 0 w 19050"/>
                <a:gd name="T3" fmla="*/ 0 h 76200"/>
                <a:gd name="T4" fmla="*/ 0 w 19050"/>
                <a:gd name="T5" fmla="*/ 76200 h 76200"/>
                <a:gd name="T6" fmla="*/ 19050 w 19050"/>
                <a:gd name="T7" fmla="*/ 76200 h 76200"/>
                <a:gd name="T8" fmla="*/ 19050 w 19050"/>
                <a:gd name="T9" fmla="*/ 0 h 76200"/>
                <a:gd name="T10" fmla="*/ 0 60000 65536"/>
                <a:gd name="T11" fmla="*/ 0 60000 65536"/>
                <a:gd name="T12" fmla="*/ 0 60000 65536"/>
                <a:gd name="T13" fmla="*/ 0 60000 65536"/>
                <a:gd name="T14" fmla="*/ 0 60000 65536"/>
                <a:gd name="T15" fmla="*/ 0 w 19050"/>
                <a:gd name="T16" fmla="*/ 0 h 76200"/>
                <a:gd name="T17" fmla="*/ 19050 w 19050"/>
                <a:gd name="T18" fmla="*/ 76200 h 76200"/>
              </a:gdLst>
              <a:ahLst/>
              <a:cxnLst>
                <a:cxn ang="T10">
                  <a:pos x="T0" y="T1"/>
                </a:cxn>
                <a:cxn ang="T11">
                  <a:pos x="T2" y="T3"/>
                </a:cxn>
                <a:cxn ang="T12">
                  <a:pos x="T4" y="T5"/>
                </a:cxn>
                <a:cxn ang="T13">
                  <a:pos x="T6" y="T7"/>
                </a:cxn>
                <a:cxn ang="T14">
                  <a:pos x="T8" y="T9"/>
                </a:cxn>
              </a:cxnLst>
              <a:rect l="T15" t="T16" r="T17" b="T18"/>
              <a:pathLst>
                <a:path w="19050" h="76200">
                  <a:moveTo>
                    <a:pt x="19050" y="0"/>
                  </a:moveTo>
                  <a:lnTo>
                    <a:pt x="0" y="0"/>
                  </a:lnTo>
                  <a:lnTo>
                    <a:pt x="0" y="76200"/>
                  </a:lnTo>
                  <a:lnTo>
                    <a:pt x="19050" y="7620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26" name="object 227"/>
            <p:cNvSpPr>
              <a:spLocks/>
            </p:cNvSpPr>
            <p:nvPr/>
          </p:nvSpPr>
          <p:spPr bwMode="auto">
            <a:xfrm>
              <a:off x="6924675" y="5445125"/>
              <a:ext cx="19050" cy="17463"/>
            </a:xfrm>
            <a:custGeom>
              <a:avLst/>
              <a:gdLst>
                <a:gd name="T0" fmla="*/ 19050 w 19050"/>
                <a:gd name="T1" fmla="*/ 0 h 17779"/>
                <a:gd name="T2" fmla="*/ 0 w 19050"/>
                <a:gd name="T3" fmla="*/ 0 h 17779"/>
                <a:gd name="T4" fmla="*/ 0 w 19050"/>
                <a:gd name="T5" fmla="*/ 14861 h 17779"/>
                <a:gd name="T6" fmla="*/ 19050 w 19050"/>
                <a:gd name="T7" fmla="*/ 14861 h 17779"/>
                <a:gd name="T8" fmla="*/ 19050 w 19050"/>
                <a:gd name="T9" fmla="*/ 0 h 17779"/>
                <a:gd name="T10" fmla="*/ 0 60000 65536"/>
                <a:gd name="T11" fmla="*/ 0 60000 65536"/>
                <a:gd name="T12" fmla="*/ 0 60000 65536"/>
                <a:gd name="T13" fmla="*/ 0 60000 65536"/>
                <a:gd name="T14" fmla="*/ 0 60000 65536"/>
                <a:gd name="T15" fmla="*/ 0 w 19050"/>
                <a:gd name="T16" fmla="*/ 0 h 17779"/>
                <a:gd name="T17" fmla="*/ 19050 w 19050"/>
                <a:gd name="T18" fmla="*/ 17779 h 17779"/>
              </a:gdLst>
              <a:ahLst/>
              <a:cxnLst>
                <a:cxn ang="T10">
                  <a:pos x="T0" y="T1"/>
                </a:cxn>
                <a:cxn ang="T11">
                  <a:pos x="T2" y="T3"/>
                </a:cxn>
                <a:cxn ang="T12">
                  <a:pos x="T4" y="T5"/>
                </a:cxn>
                <a:cxn ang="T13">
                  <a:pos x="T6" y="T7"/>
                </a:cxn>
                <a:cxn ang="T14">
                  <a:pos x="T8" y="T9"/>
                </a:cxn>
              </a:cxnLst>
              <a:rect l="T15" t="T16" r="T17" b="T18"/>
              <a:pathLst>
                <a:path w="19050" h="17779">
                  <a:moveTo>
                    <a:pt x="19050" y="0"/>
                  </a:moveTo>
                  <a:lnTo>
                    <a:pt x="0" y="0"/>
                  </a:lnTo>
                  <a:lnTo>
                    <a:pt x="0" y="17780"/>
                  </a:lnTo>
                  <a:lnTo>
                    <a:pt x="19050" y="17780"/>
                  </a:lnTo>
                  <a:lnTo>
                    <a:pt x="190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29" name="object 230"/>
            <p:cNvSpPr>
              <a:spLocks/>
            </p:cNvSpPr>
            <p:nvPr/>
          </p:nvSpPr>
          <p:spPr bwMode="auto">
            <a:xfrm>
              <a:off x="2438400" y="1333500"/>
              <a:ext cx="4343400" cy="76200"/>
            </a:xfrm>
            <a:custGeom>
              <a:avLst/>
              <a:gdLst>
                <a:gd name="T0" fmla="*/ 74930 w 4343400"/>
                <a:gd name="T1" fmla="*/ 0 h 76200"/>
                <a:gd name="T2" fmla="*/ 0 w 4343400"/>
                <a:gd name="T3" fmla="*/ 38100 h 76200"/>
                <a:gd name="T4" fmla="*/ 74930 w 4343400"/>
                <a:gd name="T5" fmla="*/ 76200 h 76200"/>
                <a:gd name="T6" fmla="*/ 45720 w 4343400"/>
                <a:gd name="T7" fmla="*/ 38100 h 76200"/>
                <a:gd name="T8" fmla="*/ 74930 w 4343400"/>
                <a:gd name="T9" fmla="*/ 0 h 76200"/>
                <a:gd name="T10" fmla="*/ 4282440 w 4343400"/>
                <a:gd name="T11" fmla="*/ 29210 h 76200"/>
                <a:gd name="T12" fmla="*/ 60960 w 4343400"/>
                <a:gd name="T13" fmla="*/ 29210 h 76200"/>
                <a:gd name="T14" fmla="*/ 60960 w 4343400"/>
                <a:gd name="T15" fmla="*/ 48260 h 76200"/>
                <a:gd name="T16" fmla="*/ 4282440 w 4343400"/>
                <a:gd name="T17" fmla="*/ 48260 h 76200"/>
                <a:gd name="T18" fmla="*/ 4282440 w 4343400"/>
                <a:gd name="T19" fmla="*/ 29210 h 76200"/>
                <a:gd name="T20" fmla="*/ 4343400 w 4343400"/>
                <a:gd name="T21" fmla="*/ 38100 h 76200"/>
                <a:gd name="T22" fmla="*/ 4267200 w 4343400"/>
                <a:gd name="T23" fmla="*/ 0 h 76200"/>
                <a:gd name="T24" fmla="*/ 4297680 w 4343400"/>
                <a:gd name="T25" fmla="*/ 38100 h 76200"/>
                <a:gd name="T26" fmla="*/ 4267200 w 4343400"/>
                <a:gd name="T27" fmla="*/ 76200 h 76200"/>
                <a:gd name="T28" fmla="*/ 4343400 w 4343400"/>
                <a:gd name="T29" fmla="*/ 38100 h 762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43400"/>
                <a:gd name="T46" fmla="*/ 0 h 76200"/>
                <a:gd name="T47" fmla="*/ 4343400 w 4343400"/>
                <a:gd name="T48" fmla="*/ 76200 h 762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43400" h="76200">
                  <a:moveTo>
                    <a:pt x="74930" y="0"/>
                  </a:moveTo>
                  <a:lnTo>
                    <a:pt x="0" y="38100"/>
                  </a:lnTo>
                  <a:lnTo>
                    <a:pt x="74930" y="76200"/>
                  </a:lnTo>
                  <a:lnTo>
                    <a:pt x="45720" y="38100"/>
                  </a:lnTo>
                  <a:lnTo>
                    <a:pt x="74930" y="0"/>
                  </a:lnTo>
                  <a:close/>
                </a:path>
                <a:path w="4343400" h="76200">
                  <a:moveTo>
                    <a:pt x="4282440" y="29210"/>
                  </a:moveTo>
                  <a:lnTo>
                    <a:pt x="60960" y="29210"/>
                  </a:lnTo>
                  <a:lnTo>
                    <a:pt x="60960" y="48260"/>
                  </a:lnTo>
                  <a:lnTo>
                    <a:pt x="4282440" y="48260"/>
                  </a:lnTo>
                  <a:lnTo>
                    <a:pt x="4282440" y="29210"/>
                  </a:lnTo>
                  <a:close/>
                </a:path>
                <a:path w="4343400" h="76200">
                  <a:moveTo>
                    <a:pt x="4343400" y="38100"/>
                  </a:moveTo>
                  <a:lnTo>
                    <a:pt x="4267200" y="0"/>
                  </a:lnTo>
                  <a:lnTo>
                    <a:pt x="4297680" y="38100"/>
                  </a:lnTo>
                  <a:lnTo>
                    <a:pt x="4267200" y="76200"/>
                  </a:lnTo>
                  <a:lnTo>
                    <a:pt x="4343400" y="38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dirty="0">
                <a:latin typeface="Times New Roman" pitchFamily="18" charset="0"/>
                <a:cs typeface="Times New Roman" pitchFamily="18" charset="0"/>
              </a:endParaRPr>
            </a:p>
          </p:txBody>
        </p:sp>
        <p:grpSp>
          <p:nvGrpSpPr>
            <p:cNvPr id="530" name="object 231"/>
            <p:cNvGrpSpPr>
              <a:grpSpLocks/>
            </p:cNvGrpSpPr>
            <p:nvPr/>
          </p:nvGrpSpPr>
          <p:grpSpPr bwMode="auto">
            <a:xfrm>
              <a:off x="2438400" y="1900238"/>
              <a:ext cx="4343400" cy="312737"/>
              <a:chOff x="2438400" y="1900327"/>
              <a:chExt cx="4343400" cy="313055"/>
            </a:xfrm>
          </p:grpSpPr>
          <p:sp>
            <p:nvSpPr>
              <p:cNvPr id="531" name="object 232"/>
              <p:cNvSpPr>
                <a:spLocks/>
              </p:cNvSpPr>
              <p:nvPr/>
            </p:nvSpPr>
            <p:spPr bwMode="auto">
              <a:xfrm>
                <a:off x="2438400" y="2019299"/>
                <a:ext cx="4343400" cy="76200"/>
              </a:xfrm>
              <a:custGeom>
                <a:avLst/>
                <a:gdLst>
                  <a:gd name="T0" fmla="*/ 74930 w 4343400"/>
                  <a:gd name="T1" fmla="*/ 0 h 76200"/>
                  <a:gd name="T2" fmla="*/ 0 w 4343400"/>
                  <a:gd name="T3" fmla="*/ 38100 h 76200"/>
                  <a:gd name="T4" fmla="*/ 74930 w 4343400"/>
                  <a:gd name="T5" fmla="*/ 76200 h 76200"/>
                  <a:gd name="T6" fmla="*/ 45720 w 4343400"/>
                  <a:gd name="T7" fmla="*/ 38100 h 76200"/>
                  <a:gd name="T8" fmla="*/ 74930 w 4343400"/>
                  <a:gd name="T9" fmla="*/ 0 h 76200"/>
                  <a:gd name="T10" fmla="*/ 4282440 w 4343400"/>
                  <a:gd name="T11" fmla="*/ 29210 h 76200"/>
                  <a:gd name="T12" fmla="*/ 60960 w 4343400"/>
                  <a:gd name="T13" fmla="*/ 29210 h 76200"/>
                  <a:gd name="T14" fmla="*/ 60960 w 4343400"/>
                  <a:gd name="T15" fmla="*/ 48260 h 76200"/>
                  <a:gd name="T16" fmla="*/ 4282440 w 4343400"/>
                  <a:gd name="T17" fmla="*/ 48260 h 76200"/>
                  <a:gd name="T18" fmla="*/ 4282440 w 4343400"/>
                  <a:gd name="T19" fmla="*/ 29210 h 76200"/>
                  <a:gd name="T20" fmla="*/ 4343400 w 4343400"/>
                  <a:gd name="T21" fmla="*/ 38100 h 76200"/>
                  <a:gd name="T22" fmla="*/ 4267200 w 4343400"/>
                  <a:gd name="T23" fmla="*/ 0 h 76200"/>
                  <a:gd name="T24" fmla="*/ 4297680 w 4343400"/>
                  <a:gd name="T25" fmla="*/ 38100 h 76200"/>
                  <a:gd name="T26" fmla="*/ 4267200 w 4343400"/>
                  <a:gd name="T27" fmla="*/ 76200 h 76200"/>
                  <a:gd name="T28" fmla="*/ 4343400 w 4343400"/>
                  <a:gd name="T29" fmla="*/ 38100 h 762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43400"/>
                  <a:gd name="T46" fmla="*/ 0 h 76200"/>
                  <a:gd name="T47" fmla="*/ 4343400 w 4343400"/>
                  <a:gd name="T48" fmla="*/ 76200 h 762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43400" h="76200">
                    <a:moveTo>
                      <a:pt x="74930" y="0"/>
                    </a:moveTo>
                    <a:lnTo>
                      <a:pt x="0" y="38100"/>
                    </a:lnTo>
                    <a:lnTo>
                      <a:pt x="74930" y="76200"/>
                    </a:lnTo>
                    <a:lnTo>
                      <a:pt x="45720" y="38100"/>
                    </a:lnTo>
                    <a:lnTo>
                      <a:pt x="74930" y="0"/>
                    </a:lnTo>
                    <a:close/>
                  </a:path>
                  <a:path w="4343400" h="76200">
                    <a:moveTo>
                      <a:pt x="4282440" y="29210"/>
                    </a:moveTo>
                    <a:lnTo>
                      <a:pt x="60960" y="29210"/>
                    </a:lnTo>
                    <a:lnTo>
                      <a:pt x="60960" y="48260"/>
                    </a:lnTo>
                    <a:lnTo>
                      <a:pt x="4282440" y="48260"/>
                    </a:lnTo>
                    <a:lnTo>
                      <a:pt x="4282440" y="29210"/>
                    </a:lnTo>
                    <a:close/>
                  </a:path>
                  <a:path w="4343400" h="76200">
                    <a:moveTo>
                      <a:pt x="4343400" y="38100"/>
                    </a:moveTo>
                    <a:lnTo>
                      <a:pt x="4267200" y="0"/>
                    </a:lnTo>
                    <a:lnTo>
                      <a:pt x="4297680" y="38100"/>
                    </a:lnTo>
                    <a:lnTo>
                      <a:pt x="4267200" y="76200"/>
                    </a:lnTo>
                    <a:lnTo>
                      <a:pt x="4343400" y="38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32" name="object 233"/>
              <p:cNvSpPr>
                <a:spLocks/>
              </p:cNvSpPr>
              <p:nvPr/>
            </p:nvSpPr>
            <p:spPr bwMode="auto">
              <a:xfrm>
                <a:off x="3429000" y="1904999"/>
                <a:ext cx="304800" cy="303530"/>
              </a:xfrm>
              <a:custGeom>
                <a:avLst/>
                <a:gdLst>
                  <a:gd name="T0" fmla="*/ 304800 w 304800"/>
                  <a:gd name="T1" fmla="*/ 0 h 303530"/>
                  <a:gd name="T2" fmla="*/ 41910 w 304800"/>
                  <a:gd name="T3" fmla="*/ 0 h 303530"/>
                  <a:gd name="T4" fmla="*/ 41910 w 304800"/>
                  <a:gd name="T5" fmla="*/ 25400 h 303530"/>
                  <a:gd name="T6" fmla="*/ 20320 w 304800"/>
                  <a:gd name="T7" fmla="*/ 25400 h 303530"/>
                  <a:gd name="T8" fmla="*/ 20320 w 304800"/>
                  <a:gd name="T9" fmla="*/ 50800 h 303530"/>
                  <a:gd name="T10" fmla="*/ 0 w 304800"/>
                  <a:gd name="T11" fmla="*/ 50800 h 303530"/>
                  <a:gd name="T12" fmla="*/ 0 w 304800"/>
                  <a:gd name="T13" fmla="*/ 287020 h 303530"/>
                  <a:gd name="T14" fmla="*/ 29210 w 304800"/>
                  <a:gd name="T15" fmla="*/ 295910 h 303530"/>
                  <a:gd name="T16" fmla="*/ 45720 w 304800"/>
                  <a:gd name="T17" fmla="*/ 299720 h 303530"/>
                  <a:gd name="T18" fmla="*/ 67310 w 304800"/>
                  <a:gd name="T19" fmla="*/ 303529 h 303530"/>
                  <a:gd name="T20" fmla="*/ 83820 w 304800"/>
                  <a:gd name="T21" fmla="*/ 302260 h 303530"/>
                  <a:gd name="T22" fmla="*/ 99060 w 304800"/>
                  <a:gd name="T23" fmla="*/ 298450 h 303530"/>
                  <a:gd name="T24" fmla="*/ 111760 w 304800"/>
                  <a:gd name="T25" fmla="*/ 295910 h 303530"/>
                  <a:gd name="T26" fmla="*/ 124460 w 304800"/>
                  <a:gd name="T27" fmla="*/ 292100 h 303530"/>
                  <a:gd name="T28" fmla="*/ 144779 w 304800"/>
                  <a:gd name="T29" fmla="*/ 283210 h 303530"/>
                  <a:gd name="T30" fmla="*/ 162560 w 304800"/>
                  <a:gd name="T31" fmla="*/ 274320 h 303530"/>
                  <a:gd name="T32" fmla="*/ 181610 w 304800"/>
                  <a:gd name="T33" fmla="*/ 266700 h 303530"/>
                  <a:gd name="T34" fmla="*/ 191770 w 304800"/>
                  <a:gd name="T35" fmla="*/ 262889 h 303530"/>
                  <a:gd name="T36" fmla="*/ 203200 w 304800"/>
                  <a:gd name="T37" fmla="*/ 260350 h 303530"/>
                  <a:gd name="T38" fmla="*/ 229870 w 304800"/>
                  <a:gd name="T39" fmla="*/ 255270 h 303530"/>
                  <a:gd name="T40" fmla="*/ 245110 w 304800"/>
                  <a:gd name="T41" fmla="*/ 254000 h 303530"/>
                  <a:gd name="T42" fmla="*/ 262889 w 304800"/>
                  <a:gd name="T43" fmla="*/ 254000 h 303530"/>
                  <a:gd name="T44" fmla="*/ 262889 w 304800"/>
                  <a:gd name="T45" fmla="*/ 228600 h 303530"/>
                  <a:gd name="T46" fmla="*/ 283210 w 304800"/>
                  <a:gd name="T47" fmla="*/ 228600 h 303530"/>
                  <a:gd name="T48" fmla="*/ 283210 w 304800"/>
                  <a:gd name="T49" fmla="*/ 203200 h 303530"/>
                  <a:gd name="T50" fmla="*/ 304800 w 304800"/>
                  <a:gd name="T51" fmla="*/ 203200 h 303530"/>
                  <a:gd name="T52" fmla="*/ 304800 w 304800"/>
                  <a:gd name="T53" fmla="*/ 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304800" y="0"/>
                    </a:moveTo>
                    <a:lnTo>
                      <a:pt x="41910" y="0"/>
                    </a:lnTo>
                    <a:lnTo>
                      <a:pt x="41910" y="25400"/>
                    </a:lnTo>
                    <a:lnTo>
                      <a:pt x="20320" y="25400"/>
                    </a:lnTo>
                    <a:lnTo>
                      <a:pt x="20320" y="50800"/>
                    </a:lnTo>
                    <a:lnTo>
                      <a:pt x="0" y="50800"/>
                    </a:lnTo>
                    <a:lnTo>
                      <a:pt x="0" y="287020"/>
                    </a:lnTo>
                    <a:lnTo>
                      <a:pt x="29210" y="295910"/>
                    </a:lnTo>
                    <a:lnTo>
                      <a:pt x="45720" y="299720"/>
                    </a:lnTo>
                    <a:lnTo>
                      <a:pt x="67310" y="303529"/>
                    </a:lnTo>
                    <a:lnTo>
                      <a:pt x="83820" y="302260"/>
                    </a:lnTo>
                    <a:lnTo>
                      <a:pt x="99060" y="298450"/>
                    </a:lnTo>
                    <a:lnTo>
                      <a:pt x="111760" y="295910"/>
                    </a:lnTo>
                    <a:lnTo>
                      <a:pt x="124460" y="292100"/>
                    </a:lnTo>
                    <a:lnTo>
                      <a:pt x="144779" y="283210"/>
                    </a:lnTo>
                    <a:lnTo>
                      <a:pt x="162560" y="274320"/>
                    </a:lnTo>
                    <a:lnTo>
                      <a:pt x="181610" y="266700"/>
                    </a:lnTo>
                    <a:lnTo>
                      <a:pt x="191770" y="262889"/>
                    </a:lnTo>
                    <a:lnTo>
                      <a:pt x="203200" y="260350"/>
                    </a:lnTo>
                    <a:lnTo>
                      <a:pt x="229870" y="255270"/>
                    </a:lnTo>
                    <a:lnTo>
                      <a:pt x="245110" y="254000"/>
                    </a:lnTo>
                    <a:lnTo>
                      <a:pt x="262889" y="254000"/>
                    </a:lnTo>
                    <a:lnTo>
                      <a:pt x="262889" y="228600"/>
                    </a:lnTo>
                    <a:lnTo>
                      <a:pt x="283210" y="228600"/>
                    </a:lnTo>
                    <a:lnTo>
                      <a:pt x="283210" y="203200"/>
                    </a:lnTo>
                    <a:lnTo>
                      <a:pt x="304800" y="203200"/>
                    </a:lnTo>
                    <a:lnTo>
                      <a:pt x="304800" y="0"/>
                    </a:lnTo>
                    <a:close/>
                  </a:path>
                </a:pathLst>
              </a:custGeom>
              <a:solidFill>
                <a:srgbClr val="CCFFFF">
                  <a:alpha val="4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33" name="object 234"/>
              <p:cNvSpPr>
                <a:spLocks/>
              </p:cNvSpPr>
              <p:nvPr/>
            </p:nvSpPr>
            <p:spPr bwMode="auto">
              <a:xfrm>
                <a:off x="3429000" y="1904999"/>
                <a:ext cx="304800" cy="303530"/>
              </a:xfrm>
              <a:custGeom>
                <a:avLst/>
                <a:gdLst>
                  <a:gd name="T0" fmla="*/ 0 w 304800"/>
                  <a:gd name="T1" fmla="*/ 50800 h 303530"/>
                  <a:gd name="T2" fmla="*/ 20320 w 304800"/>
                  <a:gd name="T3" fmla="*/ 50800 h 303530"/>
                  <a:gd name="T4" fmla="*/ 20320 w 304800"/>
                  <a:gd name="T5" fmla="*/ 25400 h 303530"/>
                  <a:gd name="T6" fmla="*/ 41910 w 304800"/>
                  <a:gd name="T7" fmla="*/ 25400 h 303530"/>
                  <a:gd name="T8" fmla="*/ 41910 w 304800"/>
                  <a:gd name="T9" fmla="*/ 0 h 303530"/>
                  <a:gd name="T10" fmla="*/ 304800 w 304800"/>
                  <a:gd name="T11" fmla="*/ 0 h 303530"/>
                  <a:gd name="T12" fmla="*/ 304800 w 304800"/>
                  <a:gd name="T13" fmla="*/ 203200 h 303530"/>
                  <a:gd name="T14" fmla="*/ 283210 w 304800"/>
                  <a:gd name="T15" fmla="*/ 203200 h 303530"/>
                  <a:gd name="T16" fmla="*/ 283210 w 304800"/>
                  <a:gd name="T17" fmla="*/ 228600 h 303530"/>
                  <a:gd name="T18" fmla="*/ 262889 w 304800"/>
                  <a:gd name="T19" fmla="*/ 228600 h 303530"/>
                  <a:gd name="T20" fmla="*/ 262889 w 304800"/>
                  <a:gd name="T21" fmla="*/ 254000 h 303530"/>
                  <a:gd name="T22" fmla="*/ 213532 w 304800"/>
                  <a:gd name="T23" fmla="*/ 257810 h 303530"/>
                  <a:gd name="T24" fmla="*/ 178318 w 304800"/>
                  <a:gd name="T25" fmla="*/ 268325 h 303530"/>
                  <a:gd name="T26" fmla="*/ 148224 w 304800"/>
                  <a:gd name="T27" fmla="*/ 281889 h 303530"/>
                  <a:gd name="T28" fmla="*/ 114228 w 304800"/>
                  <a:gd name="T29" fmla="*/ 294843 h 303530"/>
                  <a:gd name="T30" fmla="*/ 67310 w 304800"/>
                  <a:gd name="T31" fmla="*/ 303529 h 303530"/>
                  <a:gd name="T32" fmla="*/ 45898 w 304800"/>
                  <a:gd name="T33" fmla="*/ 299700 h 303530"/>
                  <a:gd name="T34" fmla="*/ 29368 w 304800"/>
                  <a:gd name="T35" fmla="*/ 295751 h 303530"/>
                  <a:gd name="T36" fmla="*/ 14982 w 304800"/>
                  <a:gd name="T37" fmla="*/ 291564 h 303530"/>
                  <a:gd name="T38" fmla="*/ 0 w 304800"/>
                  <a:gd name="T39" fmla="*/ 287020 h 303530"/>
                  <a:gd name="T40" fmla="*/ 0 w 304800"/>
                  <a:gd name="T41" fmla="*/ 50800 h 303530"/>
                  <a:gd name="T42" fmla="*/ 20320 w 304800"/>
                  <a:gd name="T43" fmla="*/ 50800 h 303530"/>
                  <a:gd name="T44" fmla="*/ 262889 w 304800"/>
                  <a:gd name="T45" fmla="*/ 50800 h 303530"/>
                  <a:gd name="T46" fmla="*/ 262889 w 304800"/>
                  <a:gd name="T47" fmla="*/ 228600 h 303530"/>
                  <a:gd name="T48" fmla="*/ 41910 w 304800"/>
                  <a:gd name="T49" fmla="*/ 25400 h 303530"/>
                  <a:gd name="T50" fmla="*/ 283210 w 304800"/>
                  <a:gd name="T51" fmla="*/ 25400 h 303530"/>
                  <a:gd name="T52" fmla="*/ 283210 w 304800"/>
                  <a:gd name="T53" fmla="*/ 20320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0" y="50800"/>
                    </a:moveTo>
                    <a:lnTo>
                      <a:pt x="20320" y="50800"/>
                    </a:lnTo>
                    <a:lnTo>
                      <a:pt x="20320" y="25400"/>
                    </a:lnTo>
                    <a:lnTo>
                      <a:pt x="41910" y="25400"/>
                    </a:lnTo>
                    <a:lnTo>
                      <a:pt x="41910" y="0"/>
                    </a:lnTo>
                    <a:lnTo>
                      <a:pt x="304800" y="0"/>
                    </a:lnTo>
                    <a:lnTo>
                      <a:pt x="304800" y="203200"/>
                    </a:lnTo>
                    <a:lnTo>
                      <a:pt x="283210" y="203200"/>
                    </a:lnTo>
                    <a:lnTo>
                      <a:pt x="283210" y="228600"/>
                    </a:lnTo>
                    <a:lnTo>
                      <a:pt x="262889" y="228600"/>
                    </a:lnTo>
                    <a:lnTo>
                      <a:pt x="262889" y="254000"/>
                    </a:lnTo>
                    <a:lnTo>
                      <a:pt x="213532" y="257810"/>
                    </a:lnTo>
                    <a:lnTo>
                      <a:pt x="178318" y="268325"/>
                    </a:lnTo>
                    <a:lnTo>
                      <a:pt x="148224" y="281889"/>
                    </a:lnTo>
                    <a:lnTo>
                      <a:pt x="114228" y="294843"/>
                    </a:lnTo>
                    <a:lnTo>
                      <a:pt x="67310" y="303529"/>
                    </a:lnTo>
                    <a:lnTo>
                      <a:pt x="45898" y="299700"/>
                    </a:lnTo>
                    <a:lnTo>
                      <a:pt x="29368" y="295751"/>
                    </a:lnTo>
                    <a:lnTo>
                      <a:pt x="14982" y="291564"/>
                    </a:lnTo>
                    <a:lnTo>
                      <a:pt x="0" y="287020"/>
                    </a:lnTo>
                    <a:lnTo>
                      <a:pt x="0" y="50800"/>
                    </a:lnTo>
                    <a:close/>
                  </a:path>
                  <a:path w="304800" h="303530">
                    <a:moveTo>
                      <a:pt x="20320" y="50800"/>
                    </a:moveTo>
                    <a:lnTo>
                      <a:pt x="262889" y="50800"/>
                    </a:lnTo>
                    <a:lnTo>
                      <a:pt x="262889" y="228600"/>
                    </a:lnTo>
                  </a:path>
                  <a:path w="304800" h="303530">
                    <a:moveTo>
                      <a:pt x="41910" y="25400"/>
                    </a:moveTo>
                    <a:lnTo>
                      <a:pt x="283210" y="25400"/>
                    </a:lnTo>
                    <a:lnTo>
                      <a:pt x="283210" y="2032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34" name="object 235"/>
              <p:cNvSpPr>
                <a:spLocks/>
              </p:cNvSpPr>
              <p:nvPr/>
            </p:nvSpPr>
            <p:spPr bwMode="auto">
              <a:xfrm>
                <a:off x="5334000" y="1904999"/>
                <a:ext cx="304800" cy="303530"/>
              </a:xfrm>
              <a:custGeom>
                <a:avLst/>
                <a:gdLst>
                  <a:gd name="T0" fmla="*/ 304800 w 304800"/>
                  <a:gd name="T1" fmla="*/ 0 h 303530"/>
                  <a:gd name="T2" fmla="*/ 41910 w 304800"/>
                  <a:gd name="T3" fmla="*/ 0 h 303530"/>
                  <a:gd name="T4" fmla="*/ 41910 w 304800"/>
                  <a:gd name="T5" fmla="*/ 25400 h 303530"/>
                  <a:gd name="T6" fmla="*/ 21589 w 304800"/>
                  <a:gd name="T7" fmla="*/ 25400 h 303530"/>
                  <a:gd name="T8" fmla="*/ 21589 w 304800"/>
                  <a:gd name="T9" fmla="*/ 50800 h 303530"/>
                  <a:gd name="T10" fmla="*/ 0 w 304800"/>
                  <a:gd name="T11" fmla="*/ 50800 h 303530"/>
                  <a:gd name="T12" fmla="*/ 0 w 304800"/>
                  <a:gd name="T13" fmla="*/ 287020 h 303530"/>
                  <a:gd name="T14" fmla="*/ 30479 w 304800"/>
                  <a:gd name="T15" fmla="*/ 295910 h 303530"/>
                  <a:gd name="T16" fmla="*/ 46989 w 304800"/>
                  <a:gd name="T17" fmla="*/ 299720 h 303530"/>
                  <a:gd name="T18" fmla="*/ 68579 w 304800"/>
                  <a:gd name="T19" fmla="*/ 303529 h 303530"/>
                  <a:gd name="T20" fmla="*/ 85089 w 304800"/>
                  <a:gd name="T21" fmla="*/ 302260 h 303530"/>
                  <a:gd name="T22" fmla="*/ 99060 w 304800"/>
                  <a:gd name="T23" fmla="*/ 298450 h 303530"/>
                  <a:gd name="T24" fmla="*/ 113029 w 304800"/>
                  <a:gd name="T25" fmla="*/ 295910 h 303530"/>
                  <a:gd name="T26" fmla="*/ 124460 w 304800"/>
                  <a:gd name="T27" fmla="*/ 292100 h 303530"/>
                  <a:gd name="T28" fmla="*/ 144779 w 304800"/>
                  <a:gd name="T29" fmla="*/ 283210 h 303530"/>
                  <a:gd name="T30" fmla="*/ 163829 w 304800"/>
                  <a:gd name="T31" fmla="*/ 274320 h 303530"/>
                  <a:gd name="T32" fmla="*/ 182879 w 304800"/>
                  <a:gd name="T33" fmla="*/ 266700 h 303530"/>
                  <a:gd name="T34" fmla="*/ 193039 w 304800"/>
                  <a:gd name="T35" fmla="*/ 262889 h 303530"/>
                  <a:gd name="T36" fmla="*/ 215900 w 304800"/>
                  <a:gd name="T37" fmla="*/ 257810 h 303530"/>
                  <a:gd name="T38" fmla="*/ 229870 w 304800"/>
                  <a:gd name="T39" fmla="*/ 255270 h 303530"/>
                  <a:gd name="T40" fmla="*/ 245110 w 304800"/>
                  <a:gd name="T41" fmla="*/ 254000 h 303530"/>
                  <a:gd name="T42" fmla="*/ 262889 w 304800"/>
                  <a:gd name="T43" fmla="*/ 254000 h 303530"/>
                  <a:gd name="T44" fmla="*/ 262889 w 304800"/>
                  <a:gd name="T45" fmla="*/ 228600 h 303530"/>
                  <a:gd name="T46" fmla="*/ 283210 w 304800"/>
                  <a:gd name="T47" fmla="*/ 228600 h 303530"/>
                  <a:gd name="T48" fmla="*/ 283210 w 304800"/>
                  <a:gd name="T49" fmla="*/ 203200 h 303530"/>
                  <a:gd name="T50" fmla="*/ 304800 w 304800"/>
                  <a:gd name="T51" fmla="*/ 203200 h 303530"/>
                  <a:gd name="T52" fmla="*/ 304800 w 304800"/>
                  <a:gd name="T53" fmla="*/ 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304800" y="0"/>
                    </a:moveTo>
                    <a:lnTo>
                      <a:pt x="41910" y="0"/>
                    </a:lnTo>
                    <a:lnTo>
                      <a:pt x="41910" y="25400"/>
                    </a:lnTo>
                    <a:lnTo>
                      <a:pt x="21589" y="25400"/>
                    </a:lnTo>
                    <a:lnTo>
                      <a:pt x="21589" y="50800"/>
                    </a:lnTo>
                    <a:lnTo>
                      <a:pt x="0" y="50800"/>
                    </a:lnTo>
                    <a:lnTo>
                      <a:pt x="0" y="287020"/>
                    </a:lnTo>
                    <a:lnTo>
                      <a:pt x="30479" y="295910"/>
                    </a:lnTo>
                    <a:lnTo>
                      <a:pt x="46989" y="299720"/>
                    </a:lnTo>
                    <a:lnTo>
                      <a:pt x="68579" y="303529"/>
                    </a:lnTo>
                    <a:lnTo>
                      <a:pt x="85089" y="302260"/>
                    </a:lnTo>
                    <a:lnTo>
                      <a:pt x="99060" y="298450"/>
                    </a:lnTo>
                    <a:lnTo>
                      <a:pt x="113029" y="295910"/>
                    </a:lnTo>
                    <a:lnTo>
                      <a:pt x="124460" y="292100"/>
                    </a:lnTo>
                    <a:lnTo>
                      <a:pt x="144779" y="283210"/>
                    </a:lnTo>
                    <a:lnTo>
                      <a:pt x="163829" y="274320"/>
                    </a:lnTo>
                    <a:lnTo>
                      <a:pt x="182879" y="266700"/>
                    </a:lnTo>
                    <a:lnTo>
                      <a:pt x="193039" y="262889"/>
                    </a:lnTo>
                    <a:lnTo>
                      <a:pt x="215900" y="257810"/>
                    </a:lnTo>
                    <a:lnTo>
                      <a:pt x="229870" y="255270"/>
                    </a:lnTo>
                    <a:lnTo>
                      <a:pt x="245110" y="254000"/>
                    </a:lnTo>
                    <a:lnTo>
                      <a:pt x="262889" y="254000"/>
                    </a:lnTo>
                    <a:lnTo>
                      <a:pt x="262889" y="228600"/>
                    </a:lnTo>
                    <a:lnTo>
                      <a:pt x="283210" y="228600"/>
                    </a:lnTo>
                    <a:lnTo>
                      <a:pt x="283210" y="203200"/>
                    </a:lnTo>
                    <a:lnTo>
                      <a:pt x="304800" y="203200"/>
                    </a:lnTo>
                    <a:lnTo>
                      <a:pt x="304800" y="0"/>
                    </a:lnTo>
                    <a:close/>
                  </a:path>
                </a:pathLst>
              </a:custGeom>
              <a:solidFill>
                <a:srgbClr val="CCFFCC">
                  <a:alpha val="4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35" name="object 236"/>
              <p:cNvSpPr>
                <a:spLocks/>
              </p:cNvSpPr>
              <p:nvPr/>
            </p:nvSpPr>
            <p:spPr bwMode="auto">
              <a:xfrm>
                <a:off x="5334000" y="1904999"/>
                <a:ext cx="304800" cy="303530"/>
              </a:xfrm>
              <a:custGeom>
                <a:avLst/>
                <a:gdLst>
                  <a:gd name="T0" fmla="*/ 0 w 304800"/>
                  <a:gd name="T1" fmla="*/ 50800 h 303530"/>
                  <a:gd name="T2" fmla="*/ 21589 w 304800"/>
                  <a:gd name="T3" fmla="*/ 50800 h 303530"/>
                  <a:gd name="T4" fmla="*/ 21589 w 304800"/>
                  <a:gd name="T5" fmla="*/ 25400 h 303530"/>
                  <a:gd name="T6" fmla="*/ 41910 w 304800"/>
                  <a:gd name="T7" fmla="*/ 25400 h 303530"/>
                  <a:gd name="T8" fmla="*/ 41910 w 304800"/>
                  <a:gd name="T9" fmla="*/ 0 h 303530"/>
                  <a:gd name="T10" fmla="*/ 304800 w 304800"/>
                  <a:gd name="T11" fmla="*/ 0 h 303530"/>
                  <a:gd name="T12" fmla="*/ 304800 w 304800"/>
                  <a:gd name="T13" fmla="*/ 203200 h 303530"/>
                  <a:gd name="T14" fmla="*/ 283210 w 304800"/>
                  <a:gd name="T15" fmla="*/ 203200 h 303530"/>
                  <a:gd name="T16" fmla="*/ 283210 w 304800"/>
                  <a:gd name="T17" fmla="*/ 228600 h 303530"/>
                  <a:gd name="T18" fmla="*/ 262889 w 304800"/>
                  <a:gd name="T19" fmla="*/ 228600 h 303530"/>
                  <a:gd name="T20" fmla="*/ 262889 w 304800"/>
                  <a:gd name="T21" fmla="*/ 254000 h 303530"/>
                  <a:gd name="T22" fmla="*/ 213542 w 304800"/>
                  <a:gd name="T23" fmla="*/ 257810 h 303530"/>
                  <a:gd name="T24" fmla="*/ 178399 w 304800"/>
                  <a:gd name="T25" fmla="*/ 268325 h 303530"/>
                  <a:gd name="T26" fmla="*/ 148498 w 304800"/>
                  <a:gd name="T27" fmla="*/ 281889 h 303530"/>
                  <a:gd name="T28" fmla="*/ 114879 w 304800"/>
                  <a:gd name="T29" fmla="*/ 294843 h 303530"/>
                  <a:gd name="T30" fmla="*/ 68579 w 304800"/>
                  <a:gd name="T31" fmla="*/ 303529 h 303530"/>
                  <a:gd name="T32" fmla="*/ 46612 w 304800"/>
                  <a:gd name="T33" fmla="*/ 299700 h 303530"/>
                  <a:gd name="T34" fmla="*/ 30003 w 304800"/>
                  <a:gd name="T35" fmla="*/ 295751 h 303530"/>
                  <a:gd name="T36" fmla="*/ 15537 w 304800"/>
                  <a:gd name="T37" fmla="*/ 291564 h 303530"/>
                  <a:gd name="T38" fmla="*/ 0 w 304800"/>
                  <a:gd name="T39" fmla="*/ 287020 h 303530"/>
                  <a:gd name="T40" fmla="*/ 0 w 304800"/>
                  <a:gd name="T41" fmla="*/ 50800 h 303530"/>
                  <a:gd name="T42" fmla="*/ 21589 w 304800"/>
                  <a:gd name="T43" fmla="*/ 50800 h 303530"/>
                  <a:gd name="T44" fmla="*/ 262889 w 304800"/>
                  <a:gd name="T45" fmla="*/ 50800 h 303530"/>
                  <a:gd name="T46" fmla="*/ 262889 w 304800"/>
                  <a:gd name="T47" fmla="*/ 228600 h 303530"/>
                  <a:gd name="T48" fmla="*/ 41910 w 304800"/>
                  <a:gd name="T49" fmla="*/ 25400 h 303530"/>
                  <a:gd name="T50" fmla="*/ 283210 w 304800"/>
                  <a:gd name="T51" fmla="*/ 25400 h 303530"/>
                  <a:gd name="T52" fmla="*/ 283210 w 304800"/>
                  <a:gd name="T53" fmla="*/ 20320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0" y="50800"/>
                    </a:moveTo>
                    <a:lnTo>
                      <a:pt x="21589" y="50800"/>
                    </a:lnTo>
                    <a:lnTo>
                      <a:pt x="21589" y="25400"/>
                    </a:lnTo>
                    <a:lnTo>
                      <a:pt x="41910" y="25400"/>
                    </a:lnTo>
                    <a:lnTo>
                      <a:pt x="41910" y="0"/>
                    </a:lnTo>
                    <a:lnTo>
                      <a:pt x="304800" y="0"/>
                    </a:lnTo>
                    <a:lnTo>
                      <a:pt x="304800" y="203200"/>
                    </a:lnTo>
                    <a:lnTo>
                      <a:pt x="283210" y="203200"/>
                    </a:lnTo>
                    <a:lnTo>
                      <a:pt x="283210" y="228600"/>
                    </a:lnTo>
                    <a:lnTo>
                      <a:pt x="262889" y="228600"/>
                    </a:lnTo>
                    <a:lnTo>
                      <a:pt x="262889" y="254000"/>
                    </a:lnTo>
                    <a:lnTo>
                      <a:pt x="213542" y="257810"/>
                    </a:lnTo>
                    <a:lnTo>
                      <a:pt x="178399" y="268325"/>
                    </a:lnTo>
                    <a:lnTo>
                      <a:pt x="148498" y="281889"/>
                    </a:lnTo>
                    <a:lnTo>
                      <a:pt x="114879" y="294843"/>
                    </a:lnTo>
                    <a:lnTo>
                      <a:pt x="68579" y="303529"/>
                    </a:lnTo>
                    <a:lnTo>
                      <a:pt x="46612" y="299700"/>
                    </a:lnTo>
                    <a:lnTo>
                      <a:pt x="30003" y="295751"/>
                    </a:lnTo>
                    <a:lnTo>
                      <a:pt x="15537" y="291564"/>
                    </a:lnTo>
                    <a:lnTo>
                      <a:pt x="0" y="287020"/>
                    </a:lnTo>
                    <a:lnTo>
                      <a:pt x="0" y="50800"/>
                    </a:lnTo>
                    <a:close/>
                  </a:path>
                  <a:path w="304800" h="303530">
                    <a:moveTo>
                      <a:pt x="21589" y="50800"/>
                    </a:moveTo>
                    <a:lnTo>
                      <a:pt x="262889" y="50800"/>
                    </a:lnTo>
                    <a:lnTo>
                      <a:pt x="262889" y="228600"/>
                    </a:lnTo>
                  </a:path>
                  <a:path w="304800" h="303530">
                    <a:moveTo>
                      <a:pt x="41910" y="25400"/>
                    </a:moveTo>
                    <a:lnTo>
                      <a:pt x="283210" y="25400"/>
                    </a:lnTo>
                    <a:lnTo>
                      <a:pt x="283210" y="2032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grpSp>
          <p:nvGrpSpPr>
            <p:cNvPr id="536" name="object 237"/>
            <p:cNvGrpSpPr>
              <a:grpSpLocks/>
            </p:cNvGrpSpPr>
            <p:nvPr/>
          </p:nvGrpSpPr>
          <p:grpSpPr bwMode="auto">
            <a:xfrm>
              <a:off x="2438400" y="2738438"/>
              <a:ext cx="4343400" cy="312737"/>
              <a:chOff x="2438400" y="2738527"/>
              <a:chExt cx="4343400" cy="313055"/>
            </a:xfrm>
          </p:grpSpPr>
          <p:sp>
            <p:nvSpPr>
              <p:cNvPr id="537" name="object 238"/>
              <p:cNvSpPr>
                <a:spLocks/>
              </p:cNvSpPr>
              <p:nvPr/>
            </p:nvSpPr>
            <p:spPr bwMode="auto">
              <a:xfrm>
                <a:off x="2438400" y="2857499"/>
                <a:ext cx="4343400" cy="76200"/>
              </a:xfrm>
              <a:custGeom>
                <a:avLst/>
                <a:gdLst>
                  <a:gd name="T0" fmla="*/ 74930 w 4343400"/>
                  <a:gd name="T1" fmla="*/ 0 h 76200"/>
                  <a:gd name="T2" fmla="*/ 0 w 4343400"/>
                  <a:gd name="T3" fmla="*/ 38100 h 76200"/>
                  <a:gd name="T4" fmla="*/ 74930 w 4343400"/>
                  <a:gd name="T5" fmla="*/ 76200 h 76200"/>
                  <a:gd name="T6" fmla="*/ 45720 w 4343400"/>
                  <a:gd name="T7" fmla="*/ 38100 h 76200"/>
                  <a:gd name="T8" fmla="*/ 74930 w 4343400"/>
                  <a:gd name="T9" fmla="*/ 0 h 76200"/>
                  <a:gd name="T10" fmla="*/ 4282440 w 4343400"/>
                  <a:gd name="T11" fmla="*/ 29210 h 76200"/>
                  <a:gd name="T12" fmla="*/ 60960 w 4343400"/>
                  <a:gd name="T13" fmla="*/ 29210 h 76200"/>
                  <a:gd name="T14" fmla="*/ 60960 w 4343400"/>
                  <a:gd name="T15" fmla="*/ 48260 h 76200"/>
                  <a:gd name="T16" fmla="*/ 4282440 w 4343400"/>
                  <a:gd name="T17" fmla="*/ 48260 h 76200"/>
                  <a:gd name="T18" fmla="*/ 4282440 w 4343400"/>
                  <a:gd name="T19" fmla="*/ 29210 h 76200"/>
                  <a:gd name="T20" fmla="*/ 4343400 w 4343400"/>
                  <a:gd name="T21" fmla="*/ 38100 h 76200"/>
                  <a:gd name="T22" fmla="*/ 4267200 w 4343400"/>
                  <a:gd name="T23" fmla="*/ 0 h 76200"/>
                  <a:gd name="T24" fmla="*/ 4297680 w 4343400"/>
                  <a:gd name="T25" fmla="*/ 38100 h 76200"/>
                  <a:gd name="T26" fmla="*/ 4267200 w 4343400"/>
                  <a:gd name="T27" fmla="*/ 76200 h 76200"/>
                  <a:gd name="T28" fmla="*/ 4343400 w 4343400"/>
                  <a:gd name="T29" fmla="*/ 38100 h 762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43400"/>
                  <a:gd name="T46" fmla="*/ 0 h 76200"/>
                  <a:gd name="T47" fmla="*/ 4343400 w 4343400"/>
                  <a:gd name="T48" fmla="*/ 76200 h 762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43400" h="76200">
                    <a:moveTo>
                      <a:pt x="74930" y="0"/>
                    </a:moveTo>
                    <a:lnTo>
                      <a:pt x="0" y="38100"/>
                    </a:lnTo>
                    <a:lnTo>
                      <a:pt x="74930" y="76200"/>
                    </a:lnTo>
                    <a:lnTo>
                      <a:pt x="45720" y="38100"/>
                    </a:lnTo>
                    <a:lnTo>
                      <a:pt x="74930" y="0"/>
                    </a:lnTo>
                    <a:close/>
                  </a:path>
                  <a:path w="4343400" h="76200">
                    <a:moveTo>
                      <a:pt x="4282440" y="29210"/>
                    </a:moveTo>
                    <a:lnTo>
                      <a:pt x="60960" y="29210"/>
                    </a:lnTo>
                    <a:lnTo>
                      <a:pt x="60960" y="48260"/>
                    </a:lnTo>
                    <a:lnTo>
                      <a:pt x="4282440" y="48260"/>
                    </a:lnTo>
                    <a:lnTo>
                      <a:pt x="4282440" y="29210"/>
                    </a:lnTo>
                    <a:close/>
                  </a:path>
                  <a:path w="4343400" h="76200">
                    <a:moveTo>
                      <a:pt x="4343400" y="38100"/>
                    </a:moveTo>
                    <a:lnTo>
                      <a:pt x="4267200" y="0"/>
                    </a:lnTo>
                    <a:lnTo>
                      <a:pt x="4297680" y="38100"/>
                    </a:lnTo>
                    <a:lnTo>
                      <a:pt x="4267200" y="76200"/>
                    </a:lnTo>
                    <a:lnTo>
                      <a:pt x="4343400" y="38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38" name="object 239"/>
              <p:cNvSpPr>
                <a:spLocks/>
              </p:cNvSpPr>
              <p:nvPr/>
            </p:nvSpPr>
            <p:spPr bwMode="auto">
              <a:xfrm>
                <a:off x="3429000" y="2743199"/>
                <a:ext cx="304800" cy="303530"/>
              </a:xfrm>
              <a:custGeom>
                <a:avLst/>
                <a:gdLst>
                  <a:gd name="T0" fmla="*/ 304800 w 304800"/>
                  <a:gd name="T1" fmla="*/ 0 h 303530"/>
                  <a:gd name="T2" fmla="*/ 41910 w 304800"/>
                  <a:gd name="T3" fmla="*/ 0 h 303530"/>
                  <a:gd name="T4" fmla="*/ 41910 w 304800"/>
                  <a:gd name="T5" fmla="*/ 25400 h 303530"/>
                  <a:gd name="T6" fmla="*/ 20320 w 304800"/>
                  <a:gd name="T7" fmla="*/ 25400 h 303530"/>
                  <a:gd name="T8" fmla="*/ 20320 w 304800"/>
                  <a:gd name="T9" fmla="*/ 50800 h 303530"/>
                  <a:gd name="T10" fmla="*/ 0 w 304800"/>
                  <a:gd name="T11" fmla="*/ 50800 h 303530"/>
                  <a:gd name="T12" fmla="*/ 0 w 304800"/>
                  <a:gd name="T13" fmla="*/ 285750 h 303530"/>
                  <a:gd name="T14" fmla="*/ 45720 w 304800"/>
                  <a:gd name="T15" fmla="*/ 299720 h 303530"/>
                  <a:gd name="T16" fmla="*/ 67310 w 304800"/>
                  <a:gd name="T17" fmla="*/ 303529 h 303530"/>
                  <a:gd name="T18" fmla="*/ 83820 w 304800"/>
                  <a:gd name="T19" fmla="*/ 302260 h 303530"/>
                  <a:gd name="T20" fmla="*/ 99060 w 304800"/>
                  <a:gd name="T21" fmla="*/ 298450 h 303530"/>
                  <a:gd name="T22" fmla="*/ 111760 w 304800"/>
                  <a:gd name="T23" fmla="*/ 295910 h 303530"/>
                  <a:gd name="T24" fmla="*/ 124460 w 304800"/>
                  <a:gd name="T25" fmla="*/ 292100 h 303530"/>
                  <a:gd name="T26" fmla="*/ 144779 w 304800"/>
                  <a:gd name="T27" fmla="*/ 283210 h 303530"/>
                  <a:gd name="T28" fmla="*/ 162560 w 304800"/>
                  <a:gd name="T29" fmla="*/ 274320 h 303530"/>
                  <a:gd name="T30" fmla="*/ 181610 w 304800"/>
                  <a:gd name="T31" fmla="*/ 266700 h 303530"/>
                  <a:gd name="T32" fmla="*/ 191770 w 304800"/>
                  <a:gd name="T33" fmla="*/ 262889 h 303530"/>
                  <a:gd name="T34" fmla="*/ 203200 w 304800"/>
                  <a:gd name="T35" fmla="*/ 260350 h 303530"/>
                  <a:gd name="T36" fmla="*/ 229870 w 304800"/>
                  <a:gd name="T37" fmla="*/ 255270 h 303530"/>
                  <a:gd name="T38" fmla="*/ 245110 w 304800"/>
                  <a:gd name="T39" fmla="*/ 254000 h 303530"/>
                  <a:gd name="T40" fmla="*/ 262889 w 304800"/>
                  <a:gd name="T41" fmla="*/ 254000 h 303530"/>
                  <a:gd name="T42" fmla="*/ 262889 w 304800"/>
                  <a:gd name="T43" fmla="*/ 228600 h 303530"/>
                  <a:gd name="T44" fmla="*/ 283210 w 304800"/>
                  <a:gd name="T45" fmla="*/ 228600 h 303530"/>
                  <a:gd name="T46" fmla="*/ 283210 w 304800"/>
                  <a:gd name="T47" fmla="*/ 203200 h 303530"/>
                  <a:gd name="T48" fmla="*/ 304800 w 304800"/>
                  <a:gd name="T49" fmla="*/ 203200 h 303530"/>
                  <a:gd name="T50" fmla="*/ 304800 w 304800"/>
                  <a:gd name="T51" fmla="*/ 0 h 30353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04800"/>
                  <a:gd name="T79" fmla="*/ 0 h 303530"/>
                  <a:gd name="T80" fmla="*/ 304800 w 304800"/>
                  <a:gd name="T81" fmla="*/ 303530 h 30353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04800" h="303530">
                    <a:moveTo>
                      <a:pt x="304800" y="0"/>
                    </a:moveTo>
                    <a:lnTo>
                      <a:pt x="41910" y="0"/>
                    </a:lnTo>
                    <a:lnTo>
                      <a:pt x="41910" y="25400"/>
                    </a:lnTo>
                    <a:lnTo>
                      <a:pt x="20320" y="25400"/>
                    </a:lnTo>
                    <a:lnTo>
                      <a:pt x="20320" y="50800"/>
                    </a:lnTo>
                    <a:lnTo>
                      <a:pt x="0" y="50800"/>
                    </a:lnTo>
                    <a:lnTo>
                      <a:pt x="0" y="285750"/>
                    </a:lnTo>
                    <a:lnTo>
                      <a:pt x="45720" y="299720"/>
                    </a:lnTo>
                    <a:lnTo>
                      <a:pt x="67310" y="303529"/>
                    </a:lnTo>
                    <a:lnTo>
                      <a:pt x="83820" y="302260"/>
                    </a:lnTo>
                    <a:lnTo>
                      <a:pt x="99060" y="298450"/>
                    </a:lnTo>
                    <a:lnTo>
                      <a:pt x="111760" y="295910"/>
                    </a:lnTo>
                    <a:lnTo>
                      <a:pt x="124460" y="292100"/>
                    </a:lnTo>
                    <a:lnTo>
                      <a:pt x="144779" y="283210"/>
                    </a:lnTo>
                    <a:lnTo>
                      <a:pt x="162560" y="274320"/>
                    </a:lnTo>
                    <a:lnTo>
                      <a:pt x="181610" y="266700"/>
                    </a:lnTo>
                    <a:lnTo>
                      <a:pt x="191770" y="262889"/>
                    </a:lnTo>
                    <a:lnTo>
                      <a:pt x="203200" y="260350"/>
                    </a:lnTo>
                    <a:lnTo>
                      <a:pt x="229870" y="255270"/>
                    </a:lnTo>
                    <a:lnTo>
                      <a:pt x="245110" y="254000"/>
                    </a:lnTo>
                    <a:lnTo>
                      <a:pt x="262889" y="254000"/>
                    </a:lnTo>
                    <a:lnTo>
                      <a:pt x="262889" y="228600"/>
                    </a:lnTo>
                    <a:lnTo>
                      <a:pt x="283210" y="228600"/>
                    </a:lnTo>
                    <a:lnTo>
                      <a:pt x="283210" y="203200"/>
                    </a:lnTo>
                    <a:lnTo>
                      <a:pt x="304800" y="203200"/>
                    </a:lnTo>
                    <a:lnTo>
                      <a:pt x="304800" y="0"/>
                    </a:lnTo>
                    <a:close/>
                  </a:path>
                </a:pathLst>
              </a:custGeom>
              <a:solidFill>
                <a:srgbClr val="CCFFFF">
                  <a:alpha val="4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39" name="object 240"/>
              <p:cNvSpPr>
                <a:spLocks/>
              </p:cNvSpPr>
              <p:nvPr/>
            </p:nvSpPr>
            <p:spPr bwMode="auto">
              <a:xfrm>
                <a:off x="3429000" y="2743199"/>
                <a:ext cx="304800" cy="303530"/>
              </a:xfrm>
              <a:custGeom>
                <a:avLst/>
                <a:gdLst>
                  <a:gd name="T0" fmla="*/ 0 w 304800"/>
                  <a:gd name="T1" fmla="*/ 50800 h 303530"/>
                  <a:gd name="T2" fmla="*/ 20320 w 304800"/>
                  <a:gd name="T3" fmla="*/ 50800 h 303530"/>
                  <a:gd name="T4" fmla="*/ 20320 w 304800"/>
                  <a:gd name="T5" fmla="*/ 25400 h 303530"/>
                  <a:gd name="T6" fmla="*/ 41910 w 304800"/>
                  <a:gd name="T7" fmla="*/ 25400 h 303530"/>
                  <a:gd name="T8" fmla="*/ 41910 w 304800"/>
                  <a:gd name="T9" fmla="*/ 0 h 303530"/>
                  <a:gd name="T10" fmla="*/ 304800 w 304800"/>
                  <a:gd name="T11" fmla="*/ 0 h 303530"/>
                  <a:gd name="T12" fmla="*/ 304800 w 304800"/>
                  <a:gd name="T13" fmla="*/ 203200 h 303530"/>
                  <a:gd name="T14" fmla="*/ 283210 w 304800"/>
                  <a:gd name="T15" fmla="*/ 203200 h 303530"/>
                  <a:gd name="T16" fmla="*/ 283210 w 304800"/>
                  <a:gd name="T17" fmla="*/ 228600 h 303530"/>
                  <a:gd name="T18" fmla="*/ 262889 w 304800"/>
                  <a:gd name="T19" fmla="*/ 228600 h 303530"/>
                  <a:gd name="T20" fmla="*/ 262889 w 304800"/>
                  <a:gd name="T21" fmla="*/ 254000 h 303530"/>
                  <a:gd name="T22" fmla="*/ 213532 w 304800"/>
                  <a:gd name="T23" fmla="*/ 257810 h 303530"/>
                  <a:gd name="T24" fmla="*/ 178318 w 304800"/>
                  <a:gd name="T25" fmla="*/ 268325 h 303530"/>
                  <a:gd name="T26" fmla="*/ 148224 w 304800"/>
                  <a:gd name="T27" fmla="*/ 281889 h 303530"/>
                  <a:gd name="T28" fmla="*/ 114228 w 304800"/>
                  <a:gd name="T29" fmla="*/ 294843 h 303530"/>
                  <a:gd name="T30" fmla="*/ 67310 w 304800"/>
                  <a:gd name="T31" fmla="*/ 303529 h 303530"/>
                  <a:gd name="T32" fmla="*/ 45898 w 304800"/>
                  <a:gd name="T33" fmla="*/ 299144 h 303530"/>
                  <a:gd name="T34" fmla="*/ 29368 w 304800"/>
                  <a:gd name="T35" fmla="*/ 295116 h 303530"/>
                  <a:gd name="T36" fmla="*/ 14982 w 304800"/>
                  <a:gd name="T37" fmla="*/ 290849 h 303530"/>
                  <a:gd name="T38" fmla="*/ 0 w 304800"/>
                  <a:gd name="T39" fmla="*/ 285750 h 303530"/>
                  <a:gd name="T40" fmla="*/ 0 w 304800"/>
                  <a:gd name="T41" fmla="*/ 50800 h 303530"/>
                  <a:gd name="T42" fmla="*/ 20320 w 304800"/>
                  <a:gd name="T43" fmla="*/ 50800 h 303530"/>
                  <a:gd name="T44" fmla="*/ 262889 w 304800"/>
                  <a:gd name="T45" fmla="*/ 50800 h 303530"/>
                  <a:gd name="T46" fmla="*/ 262889 w 304800"/>
                  <a:gd name="T47" fmla="*/ 228600 h 303530"/>
                  <a:gd name="T48" fmla="*/ 41910 w 304800"/>
                  <a:gd name="T49" fmla="*/ 25400 h 303530"/>
                  <a:gd name="T50" fmla="*/ 283210 w 304800"/>
                  <a:gd name="T51" fmla="*/ 25400 h 303530"/>
                  <a:gd name="T52" fmla="*/ 283210 w 304800"/>
                  <a:gd name="T53" fmla="*/ 20320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0" y="50800"/>
                    </a:moveTo>
                    <a:lnTo>
                      <a:pt x="20320" y="50800"/>
                    </a:lnTo>
                    <a:lnTo>
                      <a:pt x="20320" y="25400"/>
                    </a:lnTo>
                    <a:lnTo>
                      <a:pt x="41910" y="25400"/>
                    </a:lnTo>
                    <a:lnTo>
                      <a:pt x="41910" y="0"/>
                    </a:lnTo>
                    <a:lnTo>
                      <a:pt x="304800" y="0"/>
                    </a:lnTo>
                    <a:lnTo>
                      <a:pt x="304800" y="203200"/>
                    </a:lnTo>
                    <a:lnTo>
                      <a:pt x="283210" y="203200"/>
                    </a:lnTo>
                    <a:lnTo>
                      <a:pt x="283210" y="228600"/>
                    </a:lnTo>
                    <a:lnTo>
                      <a:pt x="262889" y="228600"/>
                    </a:lnTo>
                    <a:lnTo>
                      <a:pt x="262889" y="254000"/>
                    </a:lnTo>
                    <a:lnTo>
                      <a:pt x="213532" y="257810"/>
                    </a:lnTo>
                    <a:lnTo>
                      <a:pt x="178318" y="268325"/>
                    </a:lnTo>
                    <a:lnTo>
                      <a:pt x="148224" y="281889"/>
                    </a:lnTo>
                    <a:lnTo>
                      <a:pt x="114228" y="294843"/>
                    </a:lnTo>
                    <a:lnTo>
                      <a:pt x="67310" y="303529"/>
                    </a:lnTo>
                    <a:lnTo>
                      <a:pt x="45898" y="299144"/>
                    </a:lnTo>
                    <a:lnTo>
                      <a:pt x="29368" y="295116"/>
                    </a:lnTo>
                    <a:lnTo>
                      <a:pt x="14982" y="290849"/>
                    </a:lnTo>
                    <a:lnTo>
                      <a:pt x="0" y="285750"/>
                    </a:lnTo>
                    <a:lnTo>
                      <a:pt x="0" y="50800"/>
                    </a:lnTo>
                    <a:close/>
                  </a:path>
                  <a:path w="304800" h="303530">
                    <a:moveTo>
                      <a:pt x="20320" y="50800"/>
                    </a:moveTo>
                    <a:lnTo>
                      <a:pt x="262889" y="50800"/>
                    </a:lnTo>
                    <a:lnTo>
                      <a:pt x="262889" y="228600"/>
                    </a:lnTo>
                  </a:path>
                  <a:path w="304800" h="303530">
                    <a:moveTo>
                      <a:pt x="41910" y="25400"/>
                    </a:moveTo>
                    <a:lnTo>
                      <a:pt x="283210" y="25400"/>
                    </a:lnTo>
                    <a:lnTo>
                      <a:pt x="283210" y="2032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40" name="object 241"/>
              <p:cNvSpPr>
                <a:spLocks/>
              </p:cNvSpPr>
              <p:nvPr/>
            </p:nvSpPr>
            <p:spPr bwMode="auto">
              <a:xfrm>
                <a:off x="5334000" y="2743199"/>
                <a:ext cx="304800" cy="303530"/>
              </a:xfrm>
              <a:custGeom>
                <a:avLst/>
                <a:gdLst>
                  <a:gd name="T0" fmla="*/ 304800 w 304800"/>
                  <a:gd name="T1" fmla="*/ 0 h 303530"/>
                  <a:gd name="T2" fmla="*/ 41910 w 304800"/>
                  <a:gd name="T3" fmla="*/ 0 h 303530"/>
                  <a:gd name="T4" fmla="*/ 41910 w 304800"/>
                  <a:gd name="T5" fmla="*/ 25400 h 303530"/>
                  <a:gd name="T6" fmla="*/ 21589 w 304800"/>
                  <a:gd name="T7" fmla="*/ 25400 h 303530"/>
                  <a:gd name="T8" fmla="*/ 21589 w 304800"/>
                  <a:gd name="T9" fmla="*/ 50800 h 303530"/>
                  <a:gd name="T10" fmla="*/ 0 w 304800"/>
                  <a:gd name="T11" fmla="*/ 50800 h 303530"/>
                  <a:gd name="T12" fmla="*/ 0 w 304800"/>
                  <a:gd name="T13" fmla="*/ 285750 h 303530"/>
                  <a:gd name="T14" fmla="*/ 30479 w 304800"/>
                  <a:gd name="T15" fmla="*/ 294639 h 303530"/>
                  <a:gd name="T16" fmla="*/ 46989 w 304800"/>
                  <a:gd name="T17" fmla="*/ 299720 h 303530"/>
                  <a:gd name="T18" fmla="*/ 68579 w 304800"/>
                  <a:gd name="T19" fmla="*/ 303529 h 303530"/>
                  <a:gd name="T20" fmla="*/ 85089 w 304800"/>
                  <a:gd name="T21" fmla="*/ 302260 h 303530"/>
                  <a:gd name="T22" fmla="*/ 99060 w 304800"/>
                  <a:gd name="T23" fmla="*/ 298450 h 303530"/>
                  <a:gd name="T24" fmla="*/ 113029 w 304800"/>
                  <a:gd name="T25" fmla="*/ 295910 h 303530"/>
                  <a:gd name="T26" fmla="*/ 124460 w 304800"/>
                  <a:gd name="T27" fmla="*/ 292100 h 303530"/>
                  <a:gd name="T28" fmla="*/ 144779 w 304800"/>
                  <a:gd name="T29" fmla="*/ 283210 h 303530"/>
                  <a:gd name="T30" fmla="*/ 163829 w 304800"/>
                  <a:gd name="T31" fmla="*/ 274320 h 303530"/>
                  <a:gd name="T32" fmla="*/ 182879 w 304800"/>
                  <a:gd name="T33" fmla="*/ 266700 h 303530"/>
                  <a:gd name="T34" fmla="*/ 193039 w 304800"/>
                  <a:gd name="T35" fmla="*/ 262889 h 303530"/>
                  <a:gd name="T36" fmla="*/ 215900 w 304800"/>
                  <a:gd name="T37" fmla="*/ 257810 h 303530"/>
                  <a:gd name="T38" fmla="*/ 229870 w 304800"/>
                  <a:gd name="T39" fmla="*/ 255270 h 303530"/>
                  <a:gd name="T40" fmla="*/ 245110 w 304800"/>
                  <a:gd name="T41" fmla="*/ 254000 h 303530"/>
                  <a:gd name="T42" fmla="*/ 262889 w 304800"/>
                  <a:gd name="T43" fmla="*/ 254000 h 303530"/>
                  <a:gd name="T44" fmla="*/ 262889 w 304800"/>
                  <a:gd name="T45" fmla="*/ 228600 h 303530"/>
                  <a:gd name="T46" fmla="*/ 283210 w 304800"/>
                  <a:gd name="T47" fmla="*/ 228600 h 303530"/>
                  <a:gd name="T48" fmla="*/ 283210 w 304800"/>
                  <a:gd name="T49" fmla="*/ 203200 h 303530"/>
                  <a:gd name="T50" fmla="*/ 304800 w 304800"/>
                  <a:gd name="T51" fmla="*/ 203200 h 303530"/>
                  <a:gd name="T52" fmla="*/ 304800 w 304800"/>
                  <a:gd name="T53" fmla="*/ 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304800" y="0"/>
                    </a:moveTo>
                    <a:lnTo>
                      <a:pt x="41910" y="0"/>
                    </a:lnTo>
                    <a:lnTo>
                      <a:pt x="41910" y="25400"/>
                    </a:lnTo>
                    <a:lnTo>
                      <a:pt x="21589" y="25400"/>
                    </a:lnTo>
                    <a:lnTo>
                      <a:pt x="21589" y="50800"/>
                    </a:lnTo>
                    <a:lnTo>
                      <a:pt x="0" y="50800"/>
                    </a:lnTo>
                    <a:lnTo>
                      <a:pt x="0" y="285750"/>
                    </a:lnTo>
                    <a:lnTo>
                      <a:pt x="30479" y="294639"/>
                    </a:lnTo>
                    <a:lnTo>
                      <a:pt x="46989" y="299720"/>
                    </a:lnTo>
                    <a:lnTo>
                      <a:pt x="68579" y="303529"/>
                    </a:lnTo>
                    <a:lnTo>
                      <a:pt x="85089" y="302260"/>
                    </a:lnTo>
                    <a:lnTo>
                      <a:pt x="99060" y="298450"/>
                    </a:lnTo>
                    <a:lnTo>
                      <a:pt x="113029" y="295910"/>
                    </a:lnTo>
                    <a:lnTo>
                      <a:pt x="124460" y="292100"/>
                    </a:lnTo>
                    <a:lnTo>
                      <a:pt x="144779" y="283210"/>
                    </a:lnTo>
                    <a:lnTo>
                      <a:pt x="163829" y="274320"/>
                    </a:lnTo>
                    <a:lnTo>
                      <a:pt x="182879" y="266700"/>
                    </a:lnTo>
                    <a:lnTo>
                      <a:pt x="193039" y="262889"/>
                    </a:lnTo>
                    <a:lnTo>
                      <a:pt x="215900" y="257810"/>
                    </a:lnTo>
                    <a:lnTo>
                      <a:pt x="229870" y="255270"/>
                    </a:lnTo>
                    <a:lnTo>
                      <a:pt x="245110" y="254000"/>
                    </a:lnTo>
                    <a:lnTo>
                      <a:pt x="262889" y="254000"/>
                    </a:lnTo>
                    <a:lnTo>
                      <a:pt x="262889" y="228600"/>
                    </a:lnTo>
                    <a:lnTo>
                      <a:pt x="283210" y="228600"/>
                    </a:lnTo>
                    <a:lnTo>
                      <a:pt x="283210" y="203200"/>
                    </a:lnTo>
                    <a:lnTo>
                      <a:pt x="304800" y="203200"/>
                    </a:lnTo>
                    <a:lnTo>
                      <a:pt x="304800" y="0"/>
                    </a:lnTo>
                    <a:close/>
                  </a:path>
                </a:pathLst>
              </a:custGeom>
              <a:solidFill>
                <a:srgbClr val="CCFFCC">
                  <a:alpha val="4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41" name="object 242"/>
              <p:cNvSpPr>
                <a:spLocks/>
              </p:cNvSpPr>
              <p:nvPr/>
            </p:nvSpPr>
            <p:spPr bwMode="auto">
              <a:xfrm>
                <a:off x="5334000" y="2743199"/>
                <a:ext cx="304800" cy="303530"/>
              </a:xfrm>
              <a:custGeom>
                <a:avLst/>
                <a:gdLst>
                  <a:gd name="T0" fmla="*/ 0 w 304800"/>
                  <a:gd name="T1" fmla="*/ 50800 h 303530"/>
                  <a:gd name="T2" fmla="*/ 21589 w 304800"/>
                  <a:gd name="T3" fmla="*/ 50800 h 303530"/>
                  <a:gd name="T4" fmla="*/ 21589 w 304800"/>
                  <a:gd name="T5" fmla="*/ 25400 h 303530"/>
                  <a:gd name="T6" fmla="*/ 41910 w 304800"/>
                  <a:gd name="T7" fmla="*/ 25400 h 303530"/>
                  <a:gd name="T8" fmla="*/ 41910 w 304800"/>
                  <a:gd name="T9" fmla="*/ 0 h 303530"/>
                  <a:gd name="T10" fmla="*/ 304800 w 304800"/>
                  <a:gd name="T11" fmla="*/ 0 h 303530"/>
                  <a:gd name="T12" fmla="*/ 304800 w 304800"/>
                  <a:gd name="T13" fmla="*/ 203200 h 303530"/>
                  <a:gd name="T14" fmla="*/ 283210 w 304800"/>
                  <a:gd name="T15" fmla="*/ 203200 h 303530"/>
                  <a:gd name="T16" fmla="*/ 283210 w 304800"/>
                  <a:gd name="T17" fmla="*/ 228600 h 303530"/>
                  <a:gd name="T18" fmla="*/ 262889 w 304800"/>
                  <a:gd name="T19" fmla="*/ 228600 h 303530"/>
                  <a:gd name="T20" fmla="*/ 262889 w 304800"/>
                  <a:gd name="T21" fmla="*/ 254000 h 303530"/>
                  <a:gd name="T22" fmla="*/ 213542 w 304800"/>
                  <a:gd name="T23" fmla="*/ 257810 h 303530"/>
                  <a:gd name="T24" fmla="*/ 178399 w 304800"/>
                  <a:gd name="T25" fmla="*/ 268325 h 303530"/>
                  <a:gd name="T26" fmla="*/ 148498 w 304800"/>
                  <a:gd name="T27" fmla="*/ 281889 h 303530"/>
                  <a:gd name="T28" fmla="*/ 114879 w 304800"/>
                  <a:gd name="T29" fmla="*/ 294843 h 303530"/>
                  <a:gd name="T30" fmla="*/ 68579 w 304800"/>
                  <a:gd name="T31" fmla="*/ 303529 h 303530"/>
                  <a:gd name="T32" fmla="*/ 46612 w 304800"/>
                  <a:gd name="T33" fmla="*/ 299144 h 303530"/>
                  <a:gd name="T34" fmla="*/ 30003 w 304800"/>
                  <a:gd name="T35" fmla="*/ 295116 h 303530"/>
                  <a:gd name="T36" fmla="*/ 15537 w 304800"/>
                  <a:gd name="T37" fmla="*/ 290849 h 303530"/>
                  <a:gd name="T38" fmla="*/ 0 w 304800"/>
                  <a:gd name="T39" fmla="*/ 285750 h 303530"/>
                  <a:gd name="T40" fmla="*/ 0 w 304800"/>
                  <a:gd name="T41" fmla="*/ 50800 h 303530"/>
                  <a:gd name="T42" fmla="*/ 21589 w 304800"/>
                  <a:gd name="T43" fmla="*/ 50800 h 303530"/>
                  <a:gd name="T44" fmla="*/ 262889 w 304800"/>
                  <a:gd name="T45" fmla="*/ 50800 h 303530"/>
                  <a:gd name="T46" fmla="*/ 262889 w 304800"/>
                  <a:gd name="T47" fmla="*/ 228600 h 303530"/>
                  <a:gd name="T48" fmla="*/ 41910 w 304800"/>
                  <a:gd name="T49" fmla="*/ 25400 h 303530"/>
                  <a:gd name="T50" fmla="*/ 283210 w 304800"/>
                  <a:gd name="T51" fmla="*/ 25400 h 303530"/>
                  <a:gd name="T52" fmla="*/ 283210 w 304800"/>
                  <a:gd name="T53" fmla="*/ 20320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0" y="50800"/>
                    </a:moveTo>
                    <a:lnTo>
                      <a:pt x="21589" y="50800"/>
                    </a:lnTo>
                    <a:lnTo>
                      <a:pt x="21589" y="25400"/>
                    </a:lnTo>
                    <a:lnTo>
                      <a:pt x="41910" y="25400"/>
                    </a:lnTo>
                    <a:lnTo>
                      <a:pt x="41910" y="0"/>
                    </a:lnTo>
                    <a:lnTo>
                      <a:pt x="304800" y="0"/>
                    </a:lnTo>
                    <a:lnTo>
                      <a:pt x="304800" y="203200"/>
                    </a:lnTo>
                    <a:lnTo>
                      <a:pt x="283210" y="203200"/>
                    </a:lnTo>
                    <a:lnTo>
                      <a:pt x="283210" y="228600"/>
                    </a:lnTo>
                    <a:lnTo>
                      <a:pt x="262889" y="228600"/>
                    </a:lnTo>
                    <a:lnTo>
                      <a:pt x="262889" y="254000"/>
                    </a:lnTo>
                    <a:lnTo>
                      <a:pt x="213542" y="257810"/>
                    </a:lnTo>
                    <a:lnTo>
                      <a:pt x="178399" y="268325"/>
                    </a:lnTo>
                    <a:lnTo>
                      <a:pt x="148498" y="281889"/>
                    </a:lnTo>
                    <a:lnTo>
                      <a:pt x="114879" y="294843"/>
                    </a:lnTo>
                    <a:lnTo>
                      <a:pt x="68579" y="303529"/>
                    </a:lnTo>
                    <a:lnTo>
                      <a:pt x="46612" y="299144"/>
                    </a:lnTo>
                    <a:lnTo>
                      <a:pt x="30003" y="295116"/>
                    </a:lnTo>
                    <a:lnTo>
                      <a:pt x="15537" y="290849"/>
                    </a:lnTo>
                    <a:lnTo>
                      <a:pt x="0" y="285750"/>
                    </a:lnTo>
                    <a:lnTo>
                      <a:pt x="0" y="50800"/>
                    </a:lnTo>
                    <a:close/>
                  </a:path>
                  <a:path w="304800" h="303530">
                    <a:moveTo>
                      <a:pt x="21589" y="50800"/>
                    </a:moveTo>
                    <a:lnTo>
                      <a:pt x="262889" y="50800"/>
                    </a:lnTo>
                    <a:lnTo>
                      <a:pt x="262889" y="228600"/>
                    </a:lnTo>
                  </a:path>
                  <a:path w="304800" h="303530">
                    <a:moveTo>
                      <a:pt x="41910" y="25400"/>
                    </a:moveTo>
                    <a:lnTo>
                      <a:pt x="283210" y="25400"/>
                    </a:lnTo>
                    <a:lnTo>
                      <a:pt x="283210" y="2032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542" name="object 243"/>
            <p:cNvSpPr txBox="1"/>
            <p:nvPr/>
          </p:nvSpPr>
          <p:spPr>
            <a:xfrm>
              <a:off x="3811588" y="1177925"/>
              <a:ext cx="1431925" cy="166712"/>
            </a:xfrm>
            <a:prstGeom prst="rect">
              <a:avLst/>
            </a:prstGeom>
          </p:spPr>
          <p:txBody>
            <a:bodyPr lIns="0" tIns="12700" rIns="0" bIns="0">
              <a:spAutoFit/>
            </a:bodyPr>
            <a:lstStyle/>
            <a:p>
              <a:pPr marL="12700">
                <a:spcBef>
                  <a:spcPts val="100"/>
                </a:spcBef>
                <a:defRPr/>
              </a:pPr>
              <a:r>
                <a:rPr sz="1000" b="1" spc="-10" dirty="0">
                  <a:latin typeface="Times New Roman" pitchFamily="18" charset="0"/>
                  <a:cs typeface="Times New Roman" pitchFamily="18" charset="0"/>
                </a:rPr>
                <a:t>Application </a:t>
              </a:r>
              <a:r>
                <a:rPr sz="1000" b="1" dirty="0">
                  <a:latin typeface="Times New Roman" pitchFamily="18" charset="0"/>
                  <a:cs typeface="Times New Roman" pitchFamily="18" charset="0"/>
                </a:rPr>
                <a:t>to</a:t>
              </a:r>
              <a:r>
                <a:rPr sz="1000" b="1" spc="-30" dirty="0">
                  <a:latin typeface="Times New Roman" pitchFamily="18" charset="0"/>
                  <a:cs typeface="Times New Roman" pitchFamily="18" charset="0"/>
                </a:rPr>
                <a:t> </a:t>
              </a:r>
              <a:r>
                <a:rPr sz="1000" b="1" spc="-10" dirty="0">
                  <a:latin typeface="Times New Roman" pitchFamily="18" charset="0"/>
                  <a:cs typeface="Times New Roman" pitchFamily="18" charset="0"/>
                </a:rPr>
                <a:t>Application</a:t>
              </a:r>
              <a:endParaRPr sz="1000" b="1">
                <a:latin typeface="Times New Roman" pitchFamily="18" charset="0"/>
                <a:cs typeface="Times New Roman" pitchFamily="18" charset="0"/>
              </a:endParaRPr>
            </a:p>
          </p:txBody>
        </p:sp>
        <p:grpSp>
          <p:nvGrpSpPr>
            <p:cNvPr id="543" name="object 244"/>
            <p:cNvGrpSpPr>
              <a:grpSpLocks/>
            </p:cNvGrpSpPr>
            <p:nvPr/>
          </p:nvGrpSpPr>
          <p:grpSpPr bwMode="auto">
            <a:xfrm>
              <a:off x="3424238" y="1214438"/>
              <a:ext cx="2219325" cy="312737"/>
              <a:chOff x="3424327" y="1214527"/>
              <a:chExt cx="2219325" cy="313055"/>
            </a:xfrm>
          </p:grpSpPr>
          <p:sp>
            <p:nvSpPr>
              <p:cNvPr id="544" name="object 245"/>
              <p:cNvSpPr>
                <a:spLocks/>
              </p:cNvSpPr>
              <p:nvPr/>
            </p:nvSpPr>
            <p:spPr bwMode="auto">
              <a:xfrm>
                <a:off x="3429000" y="1219200"/>
                <a:ext cx="304800" cy="303530"/>
              </a:xfrm>
              <a:custGeom>
                <a:avLst/>
                <a:gdLst>
                  <a:gd name="T0" fmla="*/ 304800 w 304800"/>
                  <a:gd name="T1" fmla="*/ 0 h 303530"/>
                  <a:gd name="T2" fmla="*/ 41910 w 304800"/>
                  <a:gd name="T3" fmla="*/ 0 h 303530"/>
                  <a:gd name="T4" fmla="*/ 41910 w 304800"/>
                  <a:gd name="T5" fmla="*/ 25400 h 303530"/>
                  <a:gd name="T6" fmla="*/ 20320 w 304800"/>
                  <a:gd name="T7" fmla="*/ 25400 h 303530"/>
                  <a:gd name="T8" fmla="*/ 20320 w 304800"/>
                  <a:gd name="T9" fmla="*/ 50800 h 303530"/>
                  <a:gd name="T10" fmla="*/ 0 w 304800"/>
                  <a:gd name="T11" fmla="*/ 50800 h 303530"/>
                  <a:gd name="T12" fmla="*/ 0 w 304800"/>
                  <a:gd name="T13" fmla="*/ 287020 h 303530"/>
                  <a:gd name="T14" fmla="*/ 29210 w 304800"/>
                  <a:gd name="T15" fmla="*/ 295910 h 303530"/>
                  <a:gd name="T16" fmla="*/ 45720 w 304800"/>
                  <a:gd name="T17" fmla="*/ 299720 h 303530"/>
                  <a:gd name="T18" fmla="*/ 67310 w 304800"/>
                  <a:gd name="T19" fmla="*/ 303529 h 303530"/>
                  <a:gd name="T20" fmla="*/ 83820 w 304800"/>
                  <a:gd name="T21" fmla="*/ 302260 h 303530"/>
                  <a:gd name="T22" fmla="*/ 99060 w 304800"/>
                  <a:gd name="T23" fmla="*/ 298450 h 303530"/>
                  <a:gd name="T24" fmla="*/ 111760 w 304800"/>
                  <a:gd name="T25" fmla="*/ 295910 h 303530"/>
                  <a:gd name="T26" fmla="*/ 124460 w 304800"/>
                  <a:gd name="T27" fmla="*/ 292100 h 303530"/>
                  <a:gd name="T28" fmla="*/ 144779 w 304800"/>
                  <a:gd name="T29" fmla="*/ 283210 h 303530"/>
                  <a:gd name="T30" fmla="*/ 162560 w 304800"/>
                  <a:gd name="T31" fmla="*/ 274320 h 303530"/>
                  <a:gd name="T32" fmla="*/ 181610 w 304800"/>
                  <a:gd name="T33" fmla="*/ 266700 h 303530"/>
                  <a:gd name="T34" fmla="*/ 191770 w 304800"/>
                  <a:gd name="T35" fmla="*/ 262889 h 303530"/>
                  <a:gd name="T36" fmla="*/ 203200 w 304800"/>
                  <a:gd name="T37" fmla="*/ 260350 h 303530"/>
                  <a:gd name="T38" fmla="*/ 229870 w 304800"/>
                  <a:gd name="T39" fmla="*/ 255270 h 303530"/>
                  <a:gd name="T40" fmla="*/ 245110 w 304800"/>
                  <a:gd name="T41" fmla="*/ 254000 h 303530"/>
                  <a:gd name="T42" fmla="*/ 262889 w 304800"/>
                  <a:gd name="T43" fmla="*/ 254000 h 303530"/>
                  <a:gd name="T44" fmla="*/ 262889 w 304800"/>
                  <a:gd name="T45" fmla="*/ 228600 h 303530"/>
                  <a:gd name="T46" fmla="*/ 283210 w 304800"/>
                  <a:gd name="T47" fmla="*/ 228600 h 303530"/>
                  <a:gd name="T48" fmla="*/ 283210 w 304800"/>
                  <a:gd name="T49" fmla="*/ 203200 h 303530"/>
                  <a:gd name="T50" fmla="*/ 304800 w 304800"/>
                  <a:gd name="T51" fmla="*/ 203200 h 303530"/>
                  <a:gd name="T52" fmla="*/ 304800 w 304800"/>
                  <a:gd name="T53" fmla="*/ 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304800" y="0"/>
                    </a:moveTo>
                    <a:lnTo>
                      <a:pt x="41910" y="0"/>
                    </a:lnTo>
                    <a:lnTo>
                      <a:pt x="41910" y="25400"/>
                    </a:lnTo>
                    <a:lnTo>
                      <a:pt x="20320" y="25400"/>
                    </a:lnTo>
                    <a:lnTo>
                      <a:pt x="20320" y="50800"/>
                    </a:lnTo>
                    <a:lnTo>
                      <a:pt x="0" y="50800"/>
                    </a:lnTo>
                    <a:lnTo>
                      <a:pt x="0" y="287020"/>
                    </a:lnTo>
                    <a:lnTo>
                      <a:pt x="29210" y="295910"/>
                    </a:lnTo>
                    <a:lnTo>
                      <a:pt x="45720" y="299720"/>
                    </a:lnTo>
                    <a:lnTo>
                      <a:pt x="67310" y="303529"/>
                    </a:lnTo>
                    <a:lnTo>
                      <a:pt x="83820" y="302260"/>
                    </a:lnTo>
                    <a:lnTo>
                      <a:pt x="99060" y="298450"/>
                    </a:lnTo>
                    <a:lnTo>
                      <a:pt x="111760" y="295910"/>
                    </a:lnTo>
                    <a:lnTo>
                      <a:pt x="124460" y="292100"/>
                    </a:lnTo>
                    <a:lnTo>
                      <a:pt x="144779" y="283210"/>
                    </a:lnTo>
                    <a:lnTo>
                      <a:pt x="162560" y="274320"/>
                    </a:lnTo>
                    <a:lnTo>
                      <a:pt x="181610" y="266700"/>
                    </a:lnTo>
                    <a:lnTo>
                      <a:pt x="191770" y="262889"/>
                    </a:lnTo>
                    <a:lnTo>
                      <a:pt x="203200" y="260350"/>
                    </a:lnTo>
                    <a:lnTo>
                      <a:pt x="229870" y="255270"/>
                    </a:lnTo>
                    <a:lnTo>
                      <a:pt x="245110" y="254000"/>
                    </a:lnTo>
                    <a:lnTo>
                      <a:pt x="262889" y="254000"/>
                    </a:lnTo>
                    <a:lnTo>
                      <a:pt x="262889" y="228600"/>
                    </a:lnTo>
                    <a:lnTo>
                      <a:pt x="283210" y="228600"/>
                    </a:lnTo>
                    <a:lnTo>
                      <a:pt x="283210" y="203200"/>
                    </a:lnTo>
                    <a:lnTo>
                      <a:pt x="304800" y="203200"/>
                    </a:lnTo>
                    <a:lnTo>
                      <a:pt x="304800" y="0"/>
                    </a:lnTo>
                    <a:close/>
                  </a:path>
                </a:pathLst>
              </a:custGeom>
              <a:solidFill>
                <a:srgbClr val="CCFFFF">
                  <a:alpha val="4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45" name="object 246"/>
              <p:cNvSpPr>
                <a:spLocks/>
              </p:cNvSpPr>
              <p:nvPr/>
            </p:nvSpPr>
            <p:spPr bwMode="auto">
              <a:xfrm>
                <a:off x="3429000" y="1219200"/>
                <a:ext cx="304800" cy="303530"/>
              </a:xfrm>
              <a:custGeom>
                <a:avLst/>
                <a:gdLst>
                  <a:gd name="T0" fmla="*/ 0 w 304800"/>
                  <a:gd name="T1" fmla="*/ 50800 h 303530"/>
                  <a:gd name="T2" fmla="*/ 20320 w 304800"/>
                  <a:gd name="T3" fmla="*/ 50800 h 303530"/>
                  <a:gd name="T4" fmla="*/ 20320 w 304800"/>
                  <a:gd name="T5" fmla="*/ 25400 h 303530"/>
                  <a:gd name="T6" fmla="*/ 41910 w 304800"/>
                  <a:gd name="T7" fmla="*/ 25400 h 303530"/>
                  <a:gd name="T8" fmla="*/ 41910 w 304800"/>
                  <a:gd name="T9" fmla="*/ 0 h 303530"/>
                  <a:gd name="T10" fmla="*/ 304800 w 304800"/>
                  <a:gd name="T11" fmla="*/ 0 h 303530"/>
                  <a:gd name="T12" fmla="*/ 304800 w 304800"/>
                  <a:gd name="T13" fmla="*/ 203200 h 303530"/>
                  <a:gd name="T14" fmla="*/ 283210 w 304800"/>
                  <a:gd name="T15" fmla="*/ 203200 h 303530"/>
                  <a:gd name="T16" fmla="*/ 283210 w 304800"/>
                  <a:gd name="T17" fmla="*/ 228600 h 303530"/>
                  <a:gd name="T18" fmla="*/ 262889 w 304800"/>
                  <a:gd name="T19" fmla="*/ 228600 h 303530"/>
                  <a:gd name="T20" fmla="*/ 262889 w 304800"/>
                  <a:gd name="T21" fmla="*/ 254000 h 303530"/>
                  <a:gd name="T22" fmla="*/ 213532 w 304800"/>
                  <a:gd name="T23" fmla="*/ 257810 h 303530"/>
                  <a:gd name="T24" fmla="*/ 178318 w 304800"/>
                  <a:gd name="T25" fmla="*/ 268325 h 303530"/>
                  <a:gd name="T26" fmla="*/ 148224 w 304800"/>
                  <a:gd name="T27" fmla="*/ 281889 h 303530"/>
                  <a:gd name="T28" fmla="*/ 114228 w 304800"/>
                  <a:gd name="T29" fmla="*/ 294843 h 303530"/>
                  <a:gd name="T30" fmla="*/ 67310 w 304800"/>
                  <a:gd name="T31" fmla="*/ 303529 h 303530"/>
                  <a:gd name="T32" fmla="*/ 45898 w 304800"/>
                  <a:gd name="T33" fmla="*/ 299700 h 303530"/>
                  <a:gd name="T34" fmla="*/ 29368 w 304800"/>
                  <a:gd name="T35" fmla="*/ 295751 h 303530"/>
                  <a:gd name="T36" fmla="*/ 14982 w 304800"/>
                  <a:gd name="T37" fmla="*/ 291564 h 303530"/>
                  <a:gd name="T38" fmla="*/ 0 w 304800"/>
                  <a:gd name="T39" fmla="*/ 287020 h 303530"/>
                  <a:gd name="T40" fmla="*/ 0 w 304800"/>
                  <a:gd name="T41" fmla="*/ 50800 h 303530"/>
                  <a:gd name="T42" fmla="*/ 20320 w 304800"/>
                  <a:gd name="T43" fmla="*/ 50800 h 303530"/>
                  <a:gd name="T44" fmla="*/ 262889 w 304800"/>
                  <a:gd name="T45" fmla="*/ 50800 h 303530"/>
                  <a:gd name="T46" fmla="*/ 262889 w 304800"/>
                  <a:gd name="T47" fmla="*/ 228600 h 303530"/>
                  <a:gd name="T48" fmla="*/ 41910 w 304800"/>
                  <a:gd name="T49" fmla="*/ 25400 h 303530"/>
                  <a:gd name="T50" fmla="*/ 283210 w 304800"/>
                  <a:gd name="T51" fmla="*/ 25400 h 303530"/>
                  <a:gd name="T52" fmla="*/ 283210 w 304800"/>
                  <a:gd name="T53" fmla="*/ 20320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0" y="50800"/>
                    </a:moveTo>
                    <a:lnTo>
                      <a:pt x="20320" y="50800"/>
                    </a:lnTo>
                    <a:lnTo>
                      <a:pt x="20320" y="25400"/>
                    </a:lnTo>
                    <a:lnTo>
                      <a:pt x="41910" y="25400"/>
                    </a:lnTo>
                    <a:lnTo>
                      <a:pt x="41910" y="0"/>
                    </a:lnTo>
                    <a:lnTo>
                      <a:pt x="304800" y="0"/>
                    </a:lnTo>
                    <a:lnTo>
                      <a:pt x="304800" y="203200"/>
                    </a:lnTo>
                    <a:lnTo>
                      <a:pt x="283210" y="203200"/>
                    </a:lnTo>
                    <a:lnTo>
                      <a:pt x="283210" y="228600"/>
                    </a:lnTo>
                    <a:lnTo>
                      <a:pt x="262889" y="228600"/>
                    </a:lnTo>
                    <a:lnTo>
                      <a:pt x="262889" y="254000"/>
                    </a:lnTo>
                    <a:lnTo>
                      <a:pt x="213532" y="257810"/>
                    </a:lnTo>
                    <a:lnTo>
                      <a:pt x="178318" y="268325"/>
                    </a:lnTo>
                    <a:lnTo>
                      <a:pt x="148224" y="281889"/>
                    </a:lnTo>
                    <a:lnTo>
                      <a:pt x="114228" y="294843"/>
                    </a:lnTo>
                    <a:lnTo>
                      <a:pt x="67310" y="303529"/>
                    </a:lnTo>
                    <a:lnTo>
                      <a:pt x="45898" y="299700"/>
                    </a:lnTo>
                    <a:lnTo>
                      <a:pt x="29368" y="295751"/>
                    </a:lnTo>
                    <a:lnTo>
                      <a:pt x="14982" y="291564"/>
                    </a:lnTo>
                    <a:lnTo>
                      <a:pt x="0" y="287020"/>
                    </a:lnTo>
                    <a:lnTo>
                      <a:pt x="0" y="50800"/>
                    </a:lnTo>
                    <a:close/>
                  </a:path>
                  <a:path w="304800" h="303530">
                    <a:moveTo>
                      <a:pt x="20320" y="50800"/>
                    </a:moveTo>
                    <a:lnTo>
                      <a:pt x="262889" y="50800"/>
                    </a:lnTo>
                    <a:lnTo>
                      <a:pt x="262889" y="228600"/>
                    </a:lnTo>
                  </a:path>
                  <a:path w="304800" h="303530">
                    <a:moveTo>
                      <a:pt x="41910" y="25400"/>
                    </a:moveTo>
                    <a:lnTo>
                      <a:pt x="283210" y="25400"/>
                    </a:lnTo>
                    <a:lnTo>
                      <a:pt x="283210" y="2032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46" name="object 247"/>
              <p:cNvSpPr>
                <a:spLocks/>
              </p:cNvSpPr>
              <p:nvPr/>
            </p:nvSpPr>
            <p:spPr bwMode="auto">
              <a:xfrm>
                <a:off x="5334000" y="1219200"/>
                <a:ext cx="304800" cy="303530"/>
              </a:xfrm>
              <a:custGeom>
                <a:avLst/>
                <a:gdLst>
                  <a:gd name="T0" fmla="*/ 304800 w 304800"/>
                  <a:gd name="T1" fmla="*/ 0 h 303530"/>
                  <a:gd name="T2" fmla="*/ 41910 w 304800"/>
                  <a:gd name="T3" fmla="*/ 0 h 303530"/>
                  <a:gd name="T4" fmla="*/ 41910 w 304800"/>
                  <a:gd name="T5" fmla="*/ 25400 h 303530"/>
                  <a:gd name="T6" fmla="*/ 21589 w 304800"/>
                  <a:gd name="T7" fmla="*/ 25400 h 303530"/>
                  <a:gd name="T8" fmla="*/ 21589 w 304800"/>
                  <a:gd name="T9" fmla="*/ 50800 h 303530"/>
                  <a:gd name="T10" fmla="*/ 0 w 304800"/>
                  <a:gd name="T11" fmla="*/ 50800 h 303530"/>
                  <a:gd name="T12" fmla="*/ 0 w 304800"/>
                  <a:gd name="T13" fmla="*/ 287020 h 303530"/>
                  <a:gd name="T14" fmla="*/ 30479 w 304800"/>
                  <a:gd name="T15" fmla="*/ 295910 h 303530"/>
                  <a:gd name="T16" fmla="*/ 46989 w 304800"/>
                  <a:gd name="T17" fmla="*/ 299720 h 303530"/>
                  <a:gd name="T18" fmla="*/ 68579 w 304800"/>
                  <a:gd name="T19" fmla="*/ 303529 h 303530"/>
                  <a:gd name="T20" fmla="*/ 85089 w 304800"/>
                  <a:gd name="T21" fmla="*/ 302260 h 303530"/>
                  <a:gd name="T22" fmla="*/ 99060 w 304800"/>
                  <a:gd name="T23" fmla="*/ 298450 h 303530"/>
                  <a:gd name="T24" fmla="*/ 113029 w 304800"/>
                  <a:gd name="T25" fmla="*/ 295910 h 303530"/>
                  <a:gd name="T26" fmla="*/ 124460 w 304800"/>
                  <a:gd name="T27" fmla="*/ 292100 h 303530"/>
                  <a:gd name="T28" fmla="*/ 144779 w 304800"/>
                  <a:gd name="T29" fmla="*/ 283210 h 303530"/>
                  <a:gd name="T30" fmla="*/ 163829 w 304800"/>
                  <a:gd name="T31" fmla="*/ 274320 h 303530"/>
                  <a:gd name="T32" fmla="*/ 182879 w 304800"/>
                  <a:gd name="T33" fmla="*/ 266700 h 303530"/>
                  <a:gd name="T34" fmla="*/ 193039 w 304800"/>
                  <a:gd name="T35" fmla="*/ 262889 h 303530"/>
                  <a:gd name="T36" fmla="*/ 215900 w 304800"/>
                  <a:gd name="T37" fmla="*/ 257810 h 303530"/>
                  <a:gd name="T38" fmla="*/ 229870 w 304800"/>
                  <a:gd name="T39" fmla="*/ 255270 h 303530"/>
                  <a:gd name="T40" fmla="*/ 245110 w 304800"/>
                  <a:gd name="T41" fmla="*/ 254000 h 303530"/>
                  <a:gd name="T42" fmla="*/ 262889 w 304800"/>
                  <a:gd name="T43" fmla="*/ 254000 h 303530"/>
                  <a:gd name="T44" fmla="*/ 262889 w 304800"/>
                  <a:gd name="T45" fmla="*/ 228600 h 303530"/>
                  <a:gd name="T46" fmla="*/ 283210 w 304800"/>
                  <a:gd name="T47" fmla="*/ 228600 h 303530"/>
                  <a:gd name="T48" fmla="*/ 283210 w 304800"/>
                  <a:gd name="T49" fmla="*/ 203200 h 303530"/>
                  <a:gd name="T50" fmla="*/ 304800 w 304800"/>
                  <a:gd name="T51" fmla="*/ 203200 h 303530"/>
                  <a:gd name="T52" fmla="*/ 304800 w 304800"/>
                  <a:gd name="T53" fmla="*/ 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304800" y="0"/>
                    </a:moveTo>
                    <a:lnTo>
                      <a:pt x="41910" y="0"/>
                    </a:lnTo>
                    <a:lnTo>
                      <a:pt x="41910" y="25400"/>
                    </a:lnTo>
                    <a:lnTo>
                      <a:pt x="21589" y="25400"/>
                    </a:lnTo>
                    <a:lnTo>
                      <a:pt x="21589" y="50800"/>
                    </a:lnTo>
                    <a:lnTo>
                      <a:pt x="0" y="50800"/>
                    </a:lnTo>
                    <a:lnTo>
                      <a:pt x="0" y="287020"/>
                    </a:lnTo>
                    <a:lnTo>
                      <a:pt x="30479" y="295910"/>
                    </a:lnTo>
                    <a:lnTo>
                      <a:pt x="46989" y="299720"/>
                    </a:lnTo>
                    <a:lnTo>
                      <a:pt x="68579" y="303529"/>
                    </a:lnTo>
                    <a:lnTo>
                      <a:pt x="85089" y="302260"/>
                    </a:lnTo>
                    <a:lnTo>
                      <a:pt x="99060" y="298450"/>
                    </a:lnTo>
                    <a:lnTo>
                      <a:pt x="113029" y="295910"/>
                    </a:lnTo>
                    <a:lnTo>
                      <a:pt x="124460" y="292100"/>
                    </a:lnTo>
                    <a:lnTo>
                      <a:pt x="144779" y="283210"/>
                    </a:lnTo>
                    <a:lnTo>
                      <a:pt x="163829" y="274320"/>
                    </a:lnTo>
                    <a:lnTo>
                      <a:pt x="182879" y="266700"/>
                    </a:lnTo>
                    <a:lnTo>
                      <a:pt x="193039" y="262889"/>
                    </a:lnTo>
                    <a:lnTo>
                      <a:pt x="215900" y="257810"/>
                    </a:lnTo>
                    <a:lnTo>
                      <a:pt x="229870" y="255270"/>
                    </a:lnTo>
                    <a:lnTo>
                      <a:pt x="245110" y="254000"/>
                    </a:lnTo>
                    <a:lnTo>
                      <a:pt x="262889" y="254000"/>
                    </a:lnTo>
                    <a:lnTo>
                      <a:pt x="262889" y="228600"/>
                    </a:lnTo>
                    <a:lnTo>
                      <a:pt x="283210" y="228600"/>
                    </a:lnTo>
                    <a:lnTo>
                      <a:pt x="283210" y="203200"/>
                    </a:lnTo>
                    <a:lnTo>
                      <a:pt x="304800" y="203200"/>
                    </a:lnTo>
                    <a:lnTo>
                      <a:pt x="304800" y="0"/>
                    </a:lnTo>
                    <a:close/>
                  </a:path>
                </a:pathLst>
              </a:custGeom>
              <a:solidFill>
                <a:srgbClr val="CCFFCC">
                  <a:alpha val="49019"/>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47" name="object 248"/>
              <p:cNvSpPr>
                <a:spLocks/>
              </p:cNvSpPr>
              <p:nvPr/>
            </p:nvSpPr>
            <p:spPr bwMode="auto">
              <a:xfrm>
                <a:off x="5334000" y="1219200"/>
                <a:ext cx="304800" cy="303530"/>
              </a:xfrm>
              <a:custGeom>
                <a:avLst/>
                <a:gdLst>
                  <a:gd name="T0" fmla="*/ 0 w 304800"/>
                  <a:gd name="T1" fmla="*/ 50800 h 303530"/>
                  <a:gd name="T2" fmla="*/ 21589 w 304800"/>
                  <a:gd name="T3" fmla="*/ 50800 h 303530"/>
                  <a:gd name="T4" fmla="*/ 21589 w 304800"/>
                  <a:gd name="T5" fmla="*/ 25400 h 303530"/>
                  <a:gd name="T6" fmla="*/ 41910 w 304800"/>
                  <a:gd name="T7" fmla="*/ 25400 h 303530"/>
                  <a:gd name="T8" fmla="*/ 41910 w 304800"/>
                  <a:gd name="T9" fmla="*/ 0 h 303530"/>
                  <a:gd name="T10" fmla="*/ 304800 w 304800"/>
                  <a:gd name="T11" fmla="*/ 0 h 303530"/>
                  <a:gd name="T12" fmla="*/ 304800 w 304800"/>
                  <a:gd name="T13" fmla="*/ 203200 h 303530"/>
                  <a:gd name="T14" fmla="*/ 283210 w 304800"/>
                  <a:gd name="T15" fmla="*/ 203200 h 303530"/>
                  <a:gd name="T16" fmla="*/ 283210 w 304800"/>
                  <a:gd name="T17" fmla="*/ 228600 h 303530"/>
                  <a:gd name="T18" fmla="*/ 262889 w 304800"/>
                  <a:gd name="T19" fmla="*/ 228600 h 303530"/>
                  <a:gd name="T20" fmla="*/ 262889 w 304800"/>
                  <a:gd name="T21" fmla="*/ 254000 h 303530"/>
                  <a:gd name="T22" fmla="*/ 213542 w 304800"/>
                  <a:gd name="T23" fmla="*/ 257810 h 303530"/>
                  <a:gd name="T24" fmla="*/ 178399 w 304800"/>
                  <a:gd name="T25" fmla="*/ 268325 h 303530"/>
                  <a:gd name="T26" fmla="*/ 148498 w 304800"/>
                  <a:gd name="T27" fmla="*/ 281889 h 303530"/>
                  <a:gd name="T28" fmla="*/ 114879 w 304800"/>
                  <a:gd name="T29" fmla="*/ 294843 h 303530"/>
                  <a:gd name="T30" fmla="*/ 68579 w 304800"/>
                  <a:gd name="T31" fmla="*/ 303529 h 303530"/>
                  <a:gd name="T32" fmla="*/ 46612 w 304800"/>
                  <a:gd name="T33" fmla="*/ 299700 h 303530"/>
                  <a:gd name="T34" fmla="*/ 30003 w 304800"/>
                  <a:gd name="T35" fmla="*/ 295751 h 303530"/>
                  <a:gd name="T36" fmla="*/ 15537 w 304800"/>
                  <a:gd name="T37" fmla="*/ 291564 h 303530"/>
                  <a:gd name="T38" fmla="*/ 0 w 304800"/>
                  <a:gd name="T39" fmla="*/ 287020 h 303530"/>
                  <a:gd name="T40" fmla="*/ 0 w 304800"/>
                  <a:gd name="T41" fmla="*/ 50800 h 303530"/>
                  <a:gd name="T42" fmla="*/ 21589 w 304800"/>
                  <a:gd name="T43" fmla="*/ 50800 h 303530"/>
                  <a:gd name="T44" fmla="*/ 262889 w 304800"/>
                  <a:gd name="T45" fmla="*/ 50800 h 303530"/>
                  <a:gd name="T46" fmla="*/ 262889 w 304800"/>
                  <a:gd name="T47" fmla="*/ 228600 h 303530"/>
                  <a:gd name="T48" fmla="*/ 41910 w 304800"/>
                  <a:gd name="T49" fmla="*/ 25400 h 303530"/>
                  <a:gd name="T50" fmla="*/ 283210 w 304800"/>
                  <a:gd name="T51" fmla="*/ 25400 h 303530"/>
                  <a:gd name="T52" fmla="*/ 283210 w 304800"/>
                  <a:gd name="T53" fmla="*/ 203200 h 30353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4800"/>
                  <a:gd name="T82" fmla="*/ 0 h 303530"/>
                  <a:gd name="T83" fmla="*/ 304800 w 304800"/>
                  <a:gd name="T84" fmla="*/ 303530 h 30353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4800" h="303530">
                    <a:moveTo>
                      <a:pt x="0" y="50800"/>
                    </a:moveTo>
                    <a:lnTo>
                      <a:pt x="21589" y="50800"/>
                    </a:lnTo>
                    <a:lnTo>
                      <a:pt x="21589" y="25400"/>
                    </a:lnTo>
                    <a:lnTo>
                      <a:pt x="41910" y="25400"/>
                    </a:lnTo>
                    <a:lnTo>
                      <a:pt x="41910" y="0"/>
                    </a:lnTo>
                    <a:lnTo>
                      <a:pt x="304800" y="0"/>
                    </a:lnTo>
                    <a:lnTo>
                      <a:pt x="304800" y="203200"/>
                    </a:lnTo>
                    <a:lnTo>
                      <a:pt x="283210" y="203200"/>
                    </a:lnTo>
                    <a:lnTo>
                      <a:pt x="283210" y="228600"/>
                    </a:lnTo>
                    <a:lnTo>
                      <a:pt x="262889" y="228600"/>
                    </a:lnTo>
                    <a:lnTo>
                      <a:pt x="262889" y="254000"/>
                    </a:lnTo>
                    <a:lnTo>
                      <a:pt x="213542" y="257810"/>
                    </a:lnTo>
                    <a:lnTo>
                      <a:pt x="178399" y="268325"/>
                    </a:lnTo>
                    <a:lnTo>
                      <a:pt x="148498" y="281889"/>
                    </a:lnTo>
                    <a:lnTo>
                      <a:pt x="114879" y="294843"/>
                    </a:lnTo>
                    <a:lnTo>
                      <a:pt x="68579" y="303529"/>
                    </a:lnTo>
                    <a:lnTo>
                      <a:pt x="46612" y="299700"/>
                    </a:lnTo>
                    <a:lnTo>
                      <a:pt x="30003" y="295751"/>
                    </a:lnTo>
                    <a:lnTo>
                      <a:pt x="15537" y="291564"/>
                    </a:lnTo>
                    <a:lnTo>
                      <a:pt x="0" y="287020"/>
                    </a:lnTo>
                    <a:lnTo>
                      <a:pt x="0" y="50800"/>
                    </a:lnTo>
                    <a:close/>
                  </a:path>
                  <a:path w="304800" h="303530">
                    <a:moveTo>
                      <a:pt x="21589" y="50800"/>
                    </a:moveTo>
                    <a:lnTo>
                      <a:pt x="262889" y="50800"/>
                    </a:lnTo>
                    <a:lnTo>
                      <a:pt x="262889" y="228600"/>
                    </a:lnTo>
                  </a:path>
                  <a:path w="304800" h="303530">
                    <a:moveTo>
                      <a:pt x="41910" y="25400"/>
                    </a:moveTo>
                    <a:lnTo>
                      <a:pt x="283210" y="25400"/>
                    </a:lnTo>
                    <a:lnTo>
                      <a:pt x="283210" y="2032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548" name="object 249"/>
            <p:cNvSpPr txBox="1"/>
            <p:nvPr/>
          </p:nvSpPr>
          <p:spPr>
            <a:xfrm>
              <a:off x="3811588" y="1863725"/>
              <a:ext cx="1431925" cy="166712"/>
            </a:xfrm>
            <a:prstGeom prst="rect">
              <a:avLst/>
            </a:prstGeom>
          </p:spPr>
          <p:txBody>
            <a:bodyPr lIns="0" tIns="12700" rIns="0" bIns="0">
              <a:spAutoFit/>
            </a:bodyPr>
            <a:lstStyle/>
            <a:p>
              <a:pPr marL="12700">
                <a:spcBef>
                  <a:spcPts val="100"/>
                </a:spcBef>
                <a:defRPr/>
              </a:pPr>
              <a:r>
                <a:rPr sz="1000" b="1" spc="-10" dirty="0">
                  <a:latin typeface="Times New Roman" pitchFamily="18" charset="0"/>
                  <a:cs typeface="Times New Roman" pitchFamily="18" charset="0"/>
                </a:rPr>
                <a:t>Application </a:t>
              </a:r>
              <a:r>
                <a:rPr sz="1000" b="1" dirty="0">
                  <a:latin typeface="Times New Roman" pitchFamily="18" charset="0"/>
                  <a:cs typeface="Times New Roman" pitchFamily="18" charset="0"/>
                </a:rPr>
                <a:t>to</a:t>
              </a:r>
              <a:r>
                <a:rPr sz="1000" b="1" spc="-30" dirty="0">
                  <a:latin typeface="Times New Roman" pitchFamily="18" charset="0"/>
                  <a:cs typeface="Times New Roman" pitchFamily="18" charset="0"/>
                </a:rPr>
                <a:t> </a:t>
              </a:r>
              <a:r>
                <a:rPr sz="1000" b="1" spc="-10" dirty="0">
                  <a:latin typeface="Times New Roman" pitchFamily="18" charset="0"/>
                  <a:cs typeface="Times New Roman" pitchFamily="18" charset="0"/>
                </a:rPr>
                <a:t>Application</a:t>
              </a:r>
              <a:endParaRPr sz="1000" b="1">
                <a:latin typeface="Times New Roman" pitchFamily="18" charset="0"/>
                <a:cs typeface="Times New Roman" pitchFamily="18" charset="0"/>
              </a:endParaRPr>
            </a:p>
          </p:txBody>
        </p:sp>
        <p:sp>
          <p:nvSpPr>
            <p:cNvPr id="549" name="object 250"/>
            <p:cNvSpPr txBox="1"/>
            <p:nvPr/>
          </p:nvSpPr>
          <p:spPr>
            <a:xfrm>
              <a:off x="3811588" y="2701925"/>
              <a:ext cx="1431925" cy="166712"/>
            </a:xfrm>
            <a:prstGeom prst="rect">
              <a:avLst/>
            </a:prstGeom>
          </p:spPr>
          <p:txBody>
            <a:bodyPr lIns="0" tIns="12700" rIns="0" bIns="0">
              <a:spAutoFit/>
            </a:bodyPr>
            <a:lstStyle/>
            <a:p>
              <a:pPr marL="12700">
                <a:spcBef>
                  <a:spcPts val="100"/>
                </a:spcBef>
                <a:defRPr/>
              </a:pPr>
              <a:r>
                <a:rPr sz="1000" b="1" spc="-10" dirty="0">
                  <a:latin typeface="Times New Roman" pitchFamily="18" charset="0"/>
                  <a:cs typeface="Times New Roman" pitchFamily="18" charset="0"/>
                </a:rPr>
                <a:t>Application </a:t>
              </a:r>
              <a:r>
                <a:rPr sz="1000" b="1" dirty="0">
                  <a:latin typeface="Times New Roman" pitchFamily="18" charset="0"/>
                  <a:cs typeface="Times New Roman" pitchFamily="18" charset="0"/>
                </a:rPr>
                <a:t>to</a:t>
              </a:r>
              <a:r>
                <a:rPr sz="1000" b="1" spc="-30" dirty="0">
                  <a:latin typeface="Times New Roman" pitchFamily="18" charset="0"/>
                  <a:cs typeface="Times New Roman" pitchFamily="18" charset="0"/>
                </a:rPr>
                <a:t> </a:t>
              </a:r>
              <a:r>
                <a:rPr sz="1000" b="1" spc="-10" dirty="0">
                  <a:latin typeface="Times New Roman" pitchFamily="18" charset="0"/>
                  <a:cs typeface="Times New Roman" pitchFamily="18" charset="0"/>
                </a:rPr>
                <a:t>Application</a:t>
              </a:r>
              <a:endParaRPr sz="1000" b="1">
                <a:latin typeface="Times New Roman" pitchFamily="18" charset="0"/>
                <a:cs typeface="Times New Roman" pitchFamily="18" charset="0"/>
              </a:endParaRPr>
            </a:p>
          </p:txBody>
        </p:sp>
        <p:grpSp>
          <p:nvGrpSpPr>
            <p:cNvPr id="550" name="object 251"/>
            <p:cNvGrpSpPr>
              <a:grpSpLocks/>
            </p:cNvGrpSpPr>
            <p:nvPr/>
          </p:nvGrpSpPr>
          <p:grpSpPr bwMode="auto">
            <a:xfrm>
              <a:off x="2438400" y="3538538"/>
              <a:ext cx="4343400" cy="238125"/>
              <a:chOff x="2438400" y="3538627"/>
              <a:chExt cx="4343400" cy="238125"/>
            </a:xfrm>
          </p:grpSpPr>
          <p:sp>
            <p:nvSpPr>
              <p:cNvPr id="551" name="object 252"/>
              <p:cNvSpPr>
                <a:spLocks/>
              </p:cNvSpPr>
              <p:nvPr/>
            </p:nvSpPr>
            <p:spPr bwMode="auto">
              <a:xfrm>
                <a:off x="2438400" y="3604259"/>
                <a:ext cx="4343400" cy="74930"/>
              </a:xfrm>
              <a:custGeom>
                <a:avLst/>
                <a:gdLst>
                  <a:gd name="T0" fmla="*/ 74930 w 4343400"/>
                  <a:gd name="T1" fmla="*/ 0 h 74929"/>
                  <a:gd name="T2" fmla="*/ 0 w 4343400"/>
                  <a:gd name="T3" fmla="*/ 38110 h 74929"/>
                  <a:gd name="T4" fmla="*/ 74930 w 4343400"/>
                  <a:gd name="T5" fmla="*/ 74940 h 74929"/>
                  <a:gd name="T6" fmla="*/ 45720 w 4343400"/>
                  <a:gd name="T7" fmla="*/ 38110 h 74929"/>
                  <a:gd name="T8" fmla="*/ 74930 w 4343400"/>
                  <a:gd name="T9" fmla="*/ 0 h 74929"/>
                  <a:gd name="T10" fmla="*/ 1143000 w 4343400"/>
                  <a:gd name="T11" fmla="*/ 27940 h 74929"/>
                  <a:gd name="T12" fmla="*/ 60960 w 4343400"/>
                  <a:gd name="T13" fmla="*/ 27940 h 74929"/>
                  <a:gd name="T14" fmla="*/ 60960 w 4343400"/>
                  <a:gd name="T15" fmla="*/ 47000 h 74929"/>
                  <a:gd name="T16" fmla="*/ 1143000 w 4343400"/>
                  <a:gd name="T17" fmla="*/ 47000 h 74929"/>
                  <a:gd name="T18" fmla="*/ 1143000 w 4343400"/>
                  <a:gd name="T19" fmla="*/ 27940 h 74929"/>
                  <a:gd name="T20" fmla="*/ 4282440 w 4343400"/>
                  <a:gd name="T21" fmla="*/ 27940 h 74929"/>
                  <a:gd name="T22" fmla="*/ 2971800 w 4343400"/>
                  <a:gd name="T23" fmla="*/ 27940 h 74929"/>
                  <a:gd name="T24" fmla="*/ 2971800 w 4343400"/>
                  <a:gd name="T25" fmla="*/ 47000 h 74929"/>
                  <a:gd name="T26" fmla="*/ 4282440 w 4343400"/>
                  <a:gd name="T27" fmla="*/ 47000 h 74929"/>
                  <a:gd name="T28" fmla="*/ 4282440 w 4343400"/>
                  <a:gd name="T29" fmla="*/ 27940 h 74929"/>
                  <a:gd name="T30" fmla="*/ 4343400 w 4343400"/>
                  <a:gd name="T31" fmla="*/ 38110 h 74929"/>
                  <a:gd name="T32" fmla="*/ 4267200 w 4343400"/>
                  <a:gd name="T33" fmla="*/ 0 h 74929"/>
                  <a:gd name="T34" fmla="*/ 4297680 w 4343400"/>
                  <a:gd name="T35" fmla="*/ 38110 h 74929"/>
                  <a:gd name="T36" fmla="*/ 4267200 w 4343400"/>
                  <a:gd name="T37" fmla="*/ 74940 h 74929"/>
                  <a:gd name="T38" fmla="*/ 4343400 w 4343400"/>
                  <a:gd name="T39" fmla="*/ 38110 h 7492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343400"/>
                  <a:gd name="T61" fmla="*/ 0 h 74929"/>
                  <a:gd name="T62" fmla="*/ 4343400 w 4343400"/>
                  <a:gd name="T63" fmla="*/ 74929 h 7492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343400" h="74929">
                    <a:moveTo>
                      <a:pt x="74930" y="0"/>
                    </a:moveTo>
                    <a:lnTo>
                      <a:pt x="0" y="38100"/>
                    </a:lnTo>
                    <a:lnTo>
                      <a:pt x="74930" y="74930"/>
                    </a:lnTo>
                    <a:lnTo>
                      <a:pt x="45720" y="38100"/>
                    </a:lnTo>
                    <a:lnTo>
                      <a:pt x="74930" y="0"/>
                    </a:lnTo>
                    <a:close/>
                  </a:path>
                  <a:path w="4343400" h="74929">
                    <a:moveTo>
                      <a:pt x="1143000" y="27940"/>
                    </a:moveTo>
                    <a:lnTo>
                      <a:pt x="60960" y="27940"/>
                    </a:lnTo>
                    <a:lnTo>
                      <a:pt x="60960" y="46990"/>
                    </a:lnTo>
                    <a:lnTo>
                      <a:pt x="1143000" y="46990"/>
                    </a:lnTo>
                    <a:lnTo>
                      <a:pt x="1143000" y="27940"/>
                    </a:lnTo>
                    <a:close/>
                  </a:path>
                  <a:path w="4343400" h="74929">
                    <a:moveTo>
                      <a:pt x="4282440" y="27940"/>
                    </a:moveTo>
                    <a:lnTo>
                      <a:pt x="2971800" y="27940"/>
                    </a:lnTo>
                    <a:lnTo>
                      <a:pt x="2971800" y="46990"/>
                    </a:lnTo>
                    <a:lnTo>
                      <a:pt x="4282440" y="46990"/>
                    </a:lnTo>
                    <a:lnTo>
                      <a:pt x="4282440" y="27940"/>
                    </a:lnTo>
                    <a:close/>
                  </a:path>
                  <a:path w="4343400" h="74929">
                    <a:moveTo>
                      <a:pt x="4343400" y="38100"/>
                    </a:moveTo>
                    <a:lnTo>
                      <a:pt x="4267200" y="0"/>
                    </a:lnTo>
                    <a:lnTo>
                      <a:pt x="4297680" y="38100"/>
                    </a:lnTo>
                    <a:lnTo>
                      <a:pt x="4267200" y="74930"/>
                    </a:lnTo>
                    <a:lnTo>
                      <a:pt x="4343400" y="38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52" name="object 253"/>
              <p:cNvSpPr>
                <a:spLocks/>
              </p:cNvSpPr>
              <p:nvPr/>
            </p:nvSpPr>
            <p:spPr bwMode="auto">
              <a:xfrm>
                <a:off x="3581400" y="3543300"/>
                <a:ext cx="1828800" cy="228600"/>
              </a:xfrm>
              <a:custGeom>
                <a:avLst/>
                <a:gdLst>
                  <a:gd name="T0" fmla="*/ 1828800 w 1828800"/>
                  <a:gd name="T1" fmla="*/ 0 h 228600"/>
                  <a:gd name="T2" fmla="*/ 0 w 1828800"/>
                  <a:gd name="T3" fmla="*/ 0 h 228600"/>
                  <a:gd name="T4" fmla="*/ 0 w 1828800"/>
                  <a:gd name="T5" fmla="*/ 228600 h 228600"/>
                  <a:gd name="T6" fmla="*/ 1828800 w 1828800"/>
                  <a:gd name="T7" fmla="*/ 228600 h 228600"/>
                  <a:gd name="T8" fmla="*/ 1828800 w 1828800"/>
                  <a:gd name="T9" fmla="*/ 0 h 228600"/>
                  <a:gd name="T10" fmla="*/ 0 60000 65536"/>
                  <a:gd name="T11" fmla="*/ 0 60000 65536"/>
                  <a:gd name="T12" fmla="*/ 0 60000 65536"/>
                  <a:gd name="T13" fmla="*/ 0 60000 65536"/>
                  <a:gd name="T14" fmla="*/ 0 60000 65536"/>
                  <a:gd name="T15" fmla="*/ 0 w 1828800"/>
                  <a:gd name="T16" fmla="*/ 0 h 228600"/>
                  <a:gd name="T17" fmla="*/ 1828800 w 1828800"/>
                  <a:gd name="T18" fmla="*/ 228600 h 228600"/>
                </a:gdLst>
                <a:ahLst/>
                <a:cxnLst>
                  <a:cxn ang="T10">
                    <a:pos x="T0" y="T1"/>
                  </a:cxn>
                  <a:cxn ang="T11">
                    <a:pos x="T2" y="T3"/>
                  </a:cxn>
                  <a:cxn ang="T12">
                    <a:pos x="T4" y="T5"/>
                  </a:cxn>
                  <a:cxn ang="T13">
                    <a:pos x="T6" y="T7"/>
                  </a:cxn>
                  <a:cxn ang="T14">
                    <a:pos x="T8" y="T9"/>
                  </a:cxn>
                </a:cxnLst>
                <a:rect l="T15" t="T16" r="T17" b="T18"/>
                <a:pathLst>
                  <a:path w="1828800" h="228600">
                    <a:moveTo>
                      <a:pt x="1828800" y="0"/>
                    </a:moveTo>
                    <a:lnTo>
                      <a:pt x="0" y="0"/>
                    </a:lnTo>
                    <a:lnTo>
                      <a:pt x="0" y="228600"/>
                    </a:lnTo>
                    <a:lnTo>
                      <a:pt x="1828800" y="228600"/>
                    </a:lnTo>
                    <a:lnTo>
                      <a:pt x="1828800" y="0"/>
                    </a:lnTo>
                    <a:close/>
                  </a:path>
                </a:pathLst>
              </a:custGeom>
              <a:solidFill>
                <a:srgbClr val="FFCC98">
                  <a:alpha val="89018"/>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53" name="object 254"/>
              <p:cNvSpPr>
                <a:spLocks/>
              </p:cNvSpPr>
              <p:nvPr/>
            </p:nvSpPr>
            <p:spPr bwMode="auto">
              <a:xfrm>
                <a:off x="3581400" y="3543300"/>
                <a:ext cx="1828800" cy="228600"/>
              </a:xfrm>
              <a:custGeom>
                <a:avLst/>
                <a:gdLst>
                  <a:gd name="T0" fmla="*/ 0 w 1828800"/>
                  <a:gd name="T1" fmla="*/ 0 h 228600"/>
                  <a:gd name="T2" fmla="*/ 1828800 w 1828800"/>
                  <a:gd name="T3" fmla="*/ 0 h 228600"/>
                  <a:gd name="T4" fmla="*/ 1828800 w 1828800"/>
                  <a:gd name="T5" fmla="*/ 228600 h 228600"/>
                  <a:gd name="T6" fmla="*/ 0 w 1828800"/>
                  <a:gd name="T7" fmla="*/ 228600 h 228600"/>
                  <a:gd name="T8" fmla="*/ 0 w 1828800"/>
                  <a:gd name="T9" fmla="*/ 0 h 228600"/>
                  <a:gd name="T10" fmla="*/ 0 60000 65536"/>
                  <a:gd name="T11" fmla="*/ 0 60000 65536"/>
                  <a:gd name="T12" fmla="*/ 0 60000 65536"/>
                  <a:gd name="T13" fmla="*/ 0 60000 65536"/>
                  <a:gd name="T14" fmla="*/ 0 60000 65536"/>
                  <a:gd name="T15" fmla="*/ 0 w 1828800"/>
                  <a:gd name="T16" fmla="*/ 0 h 228600"/>
                  <a:gd name="T17" fmla="*/ 1828800 w 1828800"/>
                  <a:gd name="T18" fmla="*/ 228600 h 228600"/>
                </a:gdLst>
                <a:ahLst/>
                <a:cxnLst>
                  <a:cxn ang="T10">
                    <a:pos x="T0" y="T1"/>
                  </a:cxn>
                  <a:cxn ang="T11">
                    <a:pos x="T2" y="T3"/>
                  </a:cxn>
                  <a:cxn ang="T12">
                    <a:pos x="T4" y="T5"/>
                  </a:cxn>
                  <a:cxn ang="T13">
                    <a:pos x="T6" y="T7"/>
                  </a:cxn>
                  <a:cxn ang="T14">
                    <a:pos x="T8" y="T9"/>
                  </a:cxn>
                </a:cxnLst>
                <a:rect l="T15" t="T16" r="T17" b="T18"/>
                <a:pathLst>
                  <a:path w="1828800" h="228600">
                    <a:moveTo>
                      <a:pt x="0" y="0"/>
                    </a:moveTo>
                    <a:lnTo>
                      <a:pt x="1828800" y="0"/>
                    </a:lnTo>
                    <a:lnTo>
                      <a:pt x="1828800" y="228600"/>
                    </a:lnTo>
                    <a:lnTo>
                      <a:pt x="0" y="228600"/>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54" name="object 255"/>
              <p:cNvSpPr>
                <a:spLocks/>
              </p:cNvSpPr>
              <p:nvPr/>
            </p:nvSpPr>
            <p:spPr bwMode="auto">
              <a:xfrm>
                <a:off x="5195570" y="3543300"/>
                <a:ext cx="0" cy="228600"/>
              </a:xfrm>
              <a:custGeom>
                <a:avLst/>
                <a:gdLst>
                  <a:gd name="T0" fmla="*/ 0 h 228600"/>
                  <a:gd name="T1" fmla="*/ 228600 h 228600"/>
                  <a:gd name="T2" fmla="*/ 0 h 228600"/>
                  <a:gd name="T3" fmla="*/ 0 60000 65536"/>
                  <a:gd name="T4" fmla="*/ 0 60000 65536"/>
                  <a:gd name="T5" fmla="*/ 0 60000 65536"/>
                  <a:gd name="T6" fmla="*/ 0 h 228600"/>
                  <a:gd name="T7" fmla="*/ 228600 h 228600"/>
                </a:gdLst>
                <a:ahLst/>
                <a:cxnLst>
                  <a:cxn ang="T3">
                    <a:pos x="0" y="T0"/>
                  </a:cxn>
                  <a:cxn ang="T4">
                    <a:pos x="0" y="T1"/>
                  </a:cxn>
                  <a:cxn ang="T5">
                    <a:pos x="0" y="T2"/>
                  </a:cxn>
                </a:cxnLst>
                <a:rect l="0" t="T6" r="0" b="T7"/>
                <a:pathLst>
                  <a:path h="228600">
                    <a:moveTo>
                      <a:pt x="0" y="0"/>
                    </a:moveTo>
                    <a:lnTo>
                      <a:pt x="0" y="228600"/>
                    </a:lnTo>
                    <a:lnTo>
                      <a:pt x="0" y="0"/>
                    </a:lnTo>
                    <a:close/>
                  </a:path>
                </a:pathLst>
              </a:custGeom>
              <a:solidFill>
                <a:srgbClr val="FFCC98">
                  <a:alpha val="89018"/>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55" name="object 256"/>
              <p:cNvSpPr>
                <a:spLocks/>
              </p:cNvSpPr>
              <p:nvPr/>
            </p:nvSpPr>
            <p:spPr bwMode="auto">
              <a:xfrm>
                <a:off x="5195570" y="3543300"/>
                <a:ext cx="0" cy="228600"/>
              </a:xfrm>
              <a:custGeom>
                <a:avLst/>
                <a:gdLst>
                  <a:gd name="T0" fmla="*/ 0 h 228600"/>
                  <a:gd name="T1" fmla="*/ 228600 h 228600"/>
                  <a:gd name="T2" fmla="*/ 0 60000 65536"/>
                  <a:gd name="T3" fmla="*/ 0 60000 65536"/>
                  <a:gd name="T4" fmla="*/ 0 h 228600"/>
                  <a:gd name="T5" fmla="*/ 228600 h 228600"/>
                </a:gdLst>
                <a:ahLst/>
                <a:cxnLst>
                  <a:cxn ang="T2">
                    <a:pos x="0" y="T0"/>
                  </a:cxn>
                  <a:cxn ang="T3">
                    <a:pos x="0" y="T1"/>
                  </a:cxn>
                </a:cxnLst>
                <a:rect l="0" t="T4" r="0" b="T5"/>
                <a:pathLst>
                  <a:path h="228600">
                    <a:moveTo>
                      <a:pt x="0" y="0"/>
                    </a:moveTo>
                    <a:lnTo>
                      <a:pt x="0" y="2286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556" name="object 257"/>
            <p:cNvSpPr txBox="1"/>
            <p:nvPr/>
          </p:nvSpPr>
          <p:spPr>
            <a:xfrm>
              <a:off x="3795713" y="3543300"/>
              <a:ext cx="1400175" cy="192360"/>
            </a:xfrm>
            <a:prstGeom prst="rect">
              <a:avLst/>
            </a:prstGeom>
            <a:solidFill>
              <a:srgbClr val="FFCC98">
                <a:alpha val="88999"/>
              </a:srgbClr>
            </a:solidFill>
            <a:ln w="9344">
              <a:solidFill>
                <a:srgbClr val="000000"/>
              </a:solidFill>
            </a:ln>
          </p:spPr>
          <p:txBody>
            <a:bodyPr lIns="0" tIns="38100" rIns="0" bIns="0">
              <a:spAutoFit/>
            </a:bodyPr>
            <a:lstStyle/>
            <a:p>
              <a:pPr marL="114300">
                <a:spcBef>
                  <a:spcPts val="300"/>
                </a:spcBef>
                <a:defRPr/>
              </a:pPr>
              <a:r>
                <a:rPr sz="1000" b="1" spc="-10" dirty="0">
                  <a:solidFill>
                    <a:srgbClr val="333300"/>
                  </a:solidFill>
                  <a:latin typeface="Times New Roman" pitchFamily="18" charset="0"/>
                  <a:cs typeface="Times New Roman" pitchFamily="18" charset="0"/>
                </a:rPr>
                <a:t>Process </a:t>
              </a:r>
              <a:r>
                <a:rPr sz="1000" b="1" spc="-5" dirty="0">
                  <a:solidFill>
                    <a:srgbClr val="333300"/>
                  </a:solidFill>
                  <a:latin typeface="Times New Roman" pitchFamily="18" charset="0"/>
                  <a:cs typeface="Times New Roman" pitchFamily="18" charset="0"/>
                </a:rPr>
                <a:t>to</a:t>
              </a:r>
              <a:r>
                <a:rPr sz="1000" b="1" spc="-15" dirty="0">
                  <a:solidFill>
                    <a:srgbClr val="333300"/>
                  </a:solidFill>
                  <a:latin typeface="Times New Roman" pitchFamily="18" charset="0"/>
                  <a:cs typeface="Times New Roman" pitchFamily="18" charset="0"/>
                </a:rPr>
                <a:t> </a:t>
              </a:r>
              <a:r>
                <a:rPr sz="1000" b="1" spc="-10" dirty="0">
                  <a:solidFill>
                    <a:srgbClr val="333300"/>
                  </a:solidFill>
                  <a:latin typeface="Times New Roman" pitchFamily="18" charset="0"/>
                  <a:cs typeface="Times New Roman" pitchFamily="18" charset="0"/>
                </a:rPr>
                <a:t>Process</a:t>
              </a:r>
              <a:endParaRPr sz="1000" b="1">
                <a:latin typeface="Times New Roman" pitchFamily="18" charset="0"/>
                <a:cs typeface="Times New Roman" pitchFamily="18" charset="0"/>
              </a:endParaRPr>
            </a:p>
          </p:txBody>
        </p:sp>
        <p:sp>
          <p:nvSpPr>
            <p:cNvPr id="558" name="object 259"/>
            <p:cNvSpPr>
              <a:spLocks/>
            </p:cNvSpPr>
            <p:nvPr/>
          </p:nvSpPr>
          <p:spPr bwMode="auto">
            <a:xfrm>
              <a:off x="2438400" y="5116513"/>
              <a:ext cx="4343400" cy="74612"/>
            </a:xfrm>
            <a:custGeom>
              <a:avLst/>
              <a:gdLst>
                <a:gd name="T0" fmla="*/ 74930 w 4343400"/>
                <a:gd name="T1" fmla="*/ 0 h 74929"/>
                <a:gd name="T2" fmla="*/ 0 w 4343400"/>
                <a:gd name="T3" fmla="*/ 36519 h 74929"/>
                <a:gd name="T4" fmla="*/ 74930 w 4343400"/>
                <a:gd name="T5" fmla="*/ 71820 h 74929"/>
                <a:gd name="T6" fmla="*/ 45720 w 4343400"/>
                <a:gd name="T7" fmla="*/ 36519 h 74929"/>
                <a:gd name="T8" fmla="*/ 74930 w 4343400"/>
                <a:gd name="T9" fmla="*/ 0 h 74929"/>
                <a:gd name="T10" fmla="*/ 1524000 w 4343400"/>
                <a:gd name="T11" fmla="*/ 26780 h 74929"/>
                <a:gd name="T12" fmla="*/ 60960 w 4343400"/>
                <a:gd name="T13" fmla="*/ 26780 h 74929"/>
                <a:gd name="T14" fmla="*/ 60960 w 4343400"/>
                <a:gd name="T15" fmla="*/ 45040 h 74929"/>
                <a:gd name="T16" fmla="*/ 1524000 w 4343400"/>
                <a:gd name="T17" fmla="*/ 45040 h 74929"/>
                <a:gd name="T18" fmla="*/ 1524000 w 4343400"/>
                <a:gd name="T19" fmla="*/ 26780 h 74929"/>
                <a:gd name="T20" fmla="*/ 4282440 w 4343400"/>
                <a:gd name="T21" fmla="*/ 26780 h 74929"/>
                <a:gd name="T22" fmla="*/ 2667000 w 4343400"/>
                <a:gd name="T23" fmla="*/ 26780 h 74929"/>
                <a:gd name="T24" fmla="*/ 2667000 w 4343400"/>
                <a:gd name="T25" fmla="*/ 45040 h 74929"/>
                <a:gd name="T26" fmla="*/ 4282440 w 4343400"/>
                <a:gd name="T27" fmla="*/ 45040 h 74929"/>
                <a:gd name="T28" fmla="*/ 4282440 w 4343400"/>
                <a:gd name="T29" fmla="*/ 26780 h 74929"/>
                <a:gd name="T30" fmla="*/ 4343400 w 4343400"/>
                <a:gd name="T31" fmla="*/ 36519 h 74929"/>
                <a:gd name="T32" fmla="*/ 4267200 w 4343400"/>
                <a:gd name="T33" fmla="*/ 0 h 74929"/>
                <a:gd name="T34" fmla="*/ 4297680 w 4343400"/>
                <a:gd name="T35" fmla="*/ 36519 h 74929"/>
                <a:gd name="T36" fmla="*/ 4267200 w 4343400"/>
                <a:gd name="T37" fmla="*/ 71820 h 74929"/>
                <a:gd name="T38" fmla="*/ 4343400 w 4343400"/>
                <a:gd name="T39" fmla="*/ 36519 h 7492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343400"/>
                <a:gd name="T61" fmla="*/ 0 h 74929"/>
                <a:gd name="T62" fmla="*/ 4343400 w 4343400"/>
                <a:gd name="T63" fmla="*/ 74929 h 7492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343400" h="74929">
                  <a:moveTo>
                    <a:pt x="74930" y="0"/>
                  </a:moveTo>
                  <a:lnTo>
                    <a:pt x="0" y="38100"/>
                  </a:lnTo>
                  <a:lnTo>
                    <a:pt x="74930" y="74930"/>
                  </a:lnTo>
                  <a:lnTo>
                    <a:pt x="45720" y="38100"/>
                  </a:lnTo>
                  <a:lnTo>
                    <a:pt x="74930" y="0"/>
                  </a:lnTo>
                  <a:close/>
                </a:path>
                <a:path w="4343400" h="74929">
                  <a:moveTo>
                    <a:pt x="1524000" y="27940"/>
                  </a:moveTo>
                  <a:lnTo>
                    <a:pt x="60960" y="27940"/>
                  </a:lnTo>
                  <a:lnTo>
                    <a:pt x="60960" y="46990"/>
                  </a:lnTo>
                  <a:lnTo>
                    <a:pt x="1524000" y="46990"/>
                  </a:lnTo>
                  <a:lnTo>
                    <a:pt x="1524000" y="27940"/>
                  </a:lnTo>
                  <a:close/>
                </a:path>
                <a:path w="4343400" h="74929">
                  <a:moveTo>
                    <a:pt x="4282440" y="27940"/>
                  </a:moveTo>
                  <a:lnTo>
                    <a:pt x="2667000" y="27940"/>
                  </a:lnTo>
                  <a:lnTo>
                    <a:pt x="2667000" y="46990"/>
                  </a:lnTo>
                  <a:lnTo>
                    <a:pt x="4282440" y="46990"/>
                  </a:lnTo>
                  <a:lnTo>
                    <a:pt x="4282440" y="27940"/>
                  </a:lnTo>
                  <a:close/>
                </a:path>
                <a:path w="4343400" h="74929">
                  <a:moveTo>
                    <a:pt x="4343400" y="38100"/>
                  </a:moveTo>
                  <a:lnTo>
                    <a:pt x="4267200" y="0"/>
                  </a:lnTo>
                  <a:lnTo>
                    <a:pt x="4297680" y="38100"/>
                  </a:lnTo>
                  <a:lnTo>
                    <a:pt x="4267200" y="74930"/>
                  </a:lnTo>
                  <a:lnTo>
                    <a:pt x="4343400" y="38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59" name="object 260"/>
            <p:cNvSpPr>
              <a:spLocks/>
            </p:cNvSpPr>
            <p:nvPr/>
          </p:nvSpPr>
          <p:spPr bwMode="auto">
            <a:xfrm>
              <a:off x="2133600" y="5846763"/>
              <a:ext cx="4953000" cy="139700"/>
            </a:xfrm>
            <a:custGeom>
              <a:avLst/>
              <a:gdLst>
                <a:gd name="T0" fmla="*/ 0 w 4953000"/>
                <a:gd name="T1" fmla="*/ 139451 h 139700"/>
                <a:gd name="T2" fmla="*/ 4953000 w 4953000"/>
                <a:gd name="T3" fmla="*/ 139451 h 139700"/>
                <a:gd name="T4" fmla="*/ 4953000 w 4953000"/>
                <a:gd name="T5" fmla="*/ 0 h 139700"/>
                <a:gd name="T6" fmla="*/ 0 w 4953000"/>
                <a:gd name="T7" fmla="*/ 0 h 139700"/>
                <a:gd name="T8" fmla="*/ 0 w 4953000"/>
                <a:gd name="T9" fmla="*/ 139451 h 139700"/>
                <a:gd name="T10" fmla="*/ 0 60000 65536"/>
                <a:gd name="T11" fmla="*/ 0 60000 65536"/>
                <a:gd name="T12" fmla="*/ 0 60000 65536"/>
                <a:gd name="T13" fmla="*/ 0 60000 65536"/>
                <a:gd name="T14" fmla="*/ 0 60000 65536"/>
                <a:gd name="T15" fmla="*/ 0 w 4953000"/>
                <a:gd name="T16" fmla="*/ 0 h 139700"/>
                <a:gd name="T17" fmla="*/ 4953000 w 4953000"/>
                <a:gd name="T18" fmla="*/ 139700 h 139700"/>
              </a:gdLst>
              <a:ahLst/>
              <a:cxnLst>
                <a:cxn ang="T10">
                  <a:pos x="T0" y="T1"/>
                </a:cxn>
                <a:cxn ang="T11">
                  <a:pos x="T2" y="T3"/>
                </a:cxn>
                <a:cxn ang="T12">
                  <a:pos x="T4" y="T5"/>
                </a:cxn>
                <a:cxn ang="T13">
                  <a:pos x="T6" y="T7"/>
                </a:cxn>
                <a:cxn ang="T14">
                  <a:pos x="T8" y="T9"/>
                </a:cxn>
              </a:cxnLst>
              <a:rect l="T15" t="T16" r="T17" b="T18"/>
              <a:pathLst>
                <a:path w="4953000" h="139700">
                  <a:moveTo>
                    <a:pt x="0" y="139451"/>
                  </a:moveTo>
                  <a:lnTo>
                    <a:pt x="4953000" y="139451"/>
                  </a:lnTo>
                  <a:lnTo>
                    <a:pt x="4953000" y="0"/>
                  </a:lnTo>
                  <a:lnTo>
                    <a:pt x="0" y="0"/>
                  </a:lnTo>
                  <a:lnTo>
                    <a:pt x="0" y="139451"/>
                  </a:lnTo>
                  <a:close/>
                </a:path>
              </a:pathLst>
            </a:custGeom>
            <a:solidFill>
              <a:srgbClr val="5E5E5E"/>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60" name="object 261"/>
            <p:cNvSpPr txBox="1"/>
            <p:nvPr/>
          </p:nvSpPr>
          <p:spPr>
            <a:xfrm>
              <a:off x="2973388" y="4959350"/>
              <a:ext cx="665162" cy="166712"/>
            </a:xfrm>
            <a:prstGeom prst="rect">
              <a:avLst/>
            </a:prstGeom>
          </p:spPr>
          <p:txBody>
            <a:bodyPr lIns="0" tIns="12700" rIns="0" bIns="0">
              <a:spAutoFit/>
            </a:bodyPr>
            <a:lstStyle/>
            <a:p>
              <a:pPr marL="12700">
                <a:spcBef>
                  <a:spcPts val="100"/>
                </a:spcBef>
                <a:defRPr/>
              </a:pPr>
              <a:r>
                <a:rPr sz="1000" b="1" spc="-5" dirty="0">
                  <a:latin typeface="Times New Roman" pitchFamily="18" charset="0"/>
                  <a:cs typeface="Times New Roman" pitchFamily="18" charset="0"/>
                </a:rPr>
                <a:t>Hop </a:t>
              </a:r>
              <a:r>
                <a:rPr sz="1000" b="1" dirty="0">
                  <a:latin typeface="Times New Roman" pitchFamily="18" charset="0"/>
                  <a:cs typeface="Times New Roman" pitchFamily="18" charset="0"/>
                </a:rPr>
                <a:t>to</a:t>
              </a:r>
              <a:r>
                <a:rPr sz="1000" b="1" spc="-90" dirty="0">
                  <a:latin typeface="Times New Roman" pitchFamily="18" charset="0"/>
                  <a:cs typeface="Times New Roman" pitchFamily="18" charset="0"/>
                </a:rPr>
                <a:t> </a:t>
              </a:r>
              <a:r>
                <a:rPr sz="1000" b="1" spc="-5" dirty="0">
                  <a:latin typeface="Times New Roman" pitchFamily="18" charset="0"/>
                  <a:cs typeface="Times New Roman" pitchFamily="18" charset="0"/>
                </a:rPr>
                <a:t>Hop</a:t>
              </a:r>
              <a:endParaRPr sz="1000" b="1">
                <a:latin typeface="Times New Roman" pitchFamily="18" charset="0"/>
                <a:cs typeface="Times New Roman" pitchFamily="18" charset="0"/>
              </a:endParaRPr>
            </a:p>
          </p:txBody>
        </p:sp>
        <p:grpSp>
          <p:nvGrpSpPr>
            <p:cNvPr id="561" name="object 262"/>
            <p:cNvGrpSpPr>
              <a:grpSpLocks/>
            </p:cNvGrpSpPr>
            <p:nvPr/>
          </p:nvGrpSpPr>
          <p:grpSpPr bwMode="auto">
            <a:xfrm>
              <a:off x="3957638" y="4995863"/>
              <a:ext cx="1152525" cy="315912"/>
              <a:chOff x="3957727" y="4996587"/>
              <a:chExt cx="1152525" cy="315595"/>
            </a:xfrm>
          </p:grpSpPr>
          <p:sp>
            <p:nvSpPr>
              <p:cNvPr id="562" name="object 263"/>
              <p:cNvSpPr>
                <a:spLocks/>
              </p:cNvSpPr>
              <p:nvPr/>
            </p:nvSpPr>
            <p:spPr bwMode="auto">
              <a:xfrm>
                <a:off x="3962400" y="5001259"/>
                <a:ext cx="1143000" cy="306070"/>
              </a:xfrm>
              <a:custGeom>
                <a:avLst/>
                <a:gdLst>
                  <a:gd name="T0" fmla="*/ 1143000 w 1143000"/>
                  <a:gd name="T1" fmla="*/ 0 h 306070"/>
                  <a:gd name="T2" fmla="*/ 0 w 1143000"/>
                  <a:gd name="T3" fmla="*/ 0 h 306070"/>
                  <a:gd name="T4" fmla="*/ 0 w 1143000"/>
                  <a:gd name="T5" fmla="*/ 306069 h 306070"/>
                  <a:gd name="T6" fmla="*/ 1143000 w 1143000"/>
                  <a:gd name="T7" fmla="*/ 306069 h 306070"/>
                  <a:gd name="T8" fmla="*/ 1143000 w 1143000"/>
                  <a:gd name="T9" fmla="*/ 0 h 306070"/>
                  <a:gd name="T10" fmla="*/ 0 60000 65536"/>
                  <a:gd name="T11" fmla="*/ 0 60000 65536"/>
                  <a:gd name="T12" fmla="*/ 0 60000 65536"/>
                  <a:gd name="T13" fmla="*/ 0 60000 65536"/>
                  <a:gd name="T14" fmla="*/ 0 60000 65536"/>
                  <a:gd name="T15" fmla="*/ 0 w 1143000"/>
                  <a:gd name="T16" fmla="*/ 0 h 306070"/>
                  <a:gd name="T17" fmla="*/ 1143000 w 1143000"/>
                  <a:gd name="T18" fmla="*/ 306070 h 306070"/>
                </a:gdLst>
                <a:ahLst/>
                <a:cxnLst>
                  <a:cxn ang="T10">
                    <a:pos x="T0" y="T1"/>
                  </a:cxn>
                  <a:cxn ang="T11">
                    <a:pos x="T2" y="T3"/>
                  </a:cxn>
                  <a:cxn ang="T12">
                    <a:pos x="T4" y="T5"/>
                  </a:cxn>
                  <a:cxn ang="T13">
                    <a:pos x="T6" y="T7"/>
                  </a:cxn>
                  <a:cxn ang="T14">
                    <a:pos x="T8" y="T9"/>
                  </a:cxn>
                </a:cxnLst>
                <a:rect l="T15" t="T16" r="T17" b="T18"/>
                <a:pathLst>
                  <a:path w="1143000" h="306070">
                    <a:moveTo>
                      <a:pt x="1143000" y="0"/>
                    </a:moveTo>
                    <a:lnTo>
                      <a:pt x="0" y="0"/>
                    </a:lnTo>
                    <a:lnTo>
                      <a:pt x="0" y="306069"/>
                    </a:lnTo>
                    <a:lnTo>
                      <a:pt x="1143000" y="306069"/>
                    </a:lnTo>
                    <a:lnTo>
                      <a:pt x="114300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63" name="object 264"/>
              <p:cNvSpPr>
                <a:spLocks/>
              </p:cNvSpPr>
              <p:nvPr/>
            </p:nvSpPr>
            <p:spPr bwMode="auto">
              <a:xfrm>
                <a:off x="3962400" y="5001259"/>
                <a:ext cx="1143000" cy="72390"/>
              </a:xfrm>
              <a:custGeom>
                <a:avLst/>
                <a:gdLst>
                  <a:gd name="T0" fmla="*/ 1143000 w 1143000"/>
                  <a:gd name="T1" fmla="*/ 0 h 72389"/>
                  <a:gd name="T2" fmla="*/ 0 w 1143000"/>
                  <a:gd name="T3" fmla="*/ 0 h 72389"/>
                  <a:gd name="T4" fmla="*/ 71120 w 1143000"/>
                  <a:gd name="T5" fmla="*/ 72399 h 72389"/>
                  <a:gd name="T6" fmla="*/ 1071879 w 1143000"/>
                  <a:gd name="T7" fmla="*/ 72399 h 72389"/>
                  <a:gd name="T8" fmla="*/ 1143000 w 1143000"/>
                  <a:gd name="T9" fmla="*/ 0 h 72389"/>
                  <a:gd name="T10" fmla="*/ 0 60000 65536"/>
                  <a:gd name="T11" fmla="*/ 0 60000 65536"/>
                  <a:gd name="T12" fmla="*/ 0 60000 65536"/>
                  <a:gd name="T13" fmla="*/ 0 60000 65536"/>
                  <a:gd name="T14" fmla="*/ 0 60000 65536"/>
                  <a:gd name="T15" fmla="*/ 0 w 1143000"/>
                  <a:gd name="T16" fmla="*/ 0 h 72389"/>
                  <a:gd name="T17" fmla="*/ 1143000 w 1143000"/>
                  <a:gd name="T18" fmla="*/ 72389 h 72389"/>
                </a:gdLst>
                <a:ahLst/>
                <a:cxnLst>
                  <a:cxn ang="T10">
                    <a:pos x="T0" y="T1"/>
                  </a:cxn>
                  <a:cxn ang="T11">
                    <a:pos x="T2" y="T3"/>
                  </a:cxn>
                  <a:cxn ang="T12">
                    <a:pos x="T4" y="T5"/>
                  </a:cxn>
                  <a:cxn ang="T13">
                    <a:pos x="T6" y="T7"/>
                  </a:cxn>
                  <a:cxn ang="T14">
                    <a:pos x="T8" y="T9"/>
                  </a:cxn>
                </a:cxnLst>
                <a:rect l="T15" t="T16" r="T17" b="T18"/>
                <a:pathLst>
                  <a:path w="1143000" h="72389">
                    <a:moveTo>
                      <a:pt x="1143000" y="0"/>
                    </a:moveTo>
                    <a:lnTo>
                      <a:pt x="0" y="0"/>
                    </a:lnTo>
                    <a:lnTo>
                      <a:pt x="71120" y="72389"/>
                    </a:lnTo>
                    <a:lnTo>
                      <a:pt x="1071879" y="72389"/>
                    </a:lnTo>
                    <a:lnTo>
                      <a:pt x="1143000" y="0"/>
                    </a:lnTo>
                    <a:close/>
                  </a:path>
                </a:pathLst>
              </a:custGeom>
              <a:solidFill>
                <a:srgbClr val="DEA6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64" name="object 265"/>
              <p:cNvSpPr>
                <a:spLocks/>
              </p:cNvSpPr>
              <p:nvPr/>
            </p:nvSpPr>
            <p:spPr bwMode="auto">
              <a:xfrm>
                <a:off x="3962400" y="5001259"/>
                <a:ext cx="1143000" cy="72390"/>
              </a:xfrm>
              <a:custGeom>
                <a:avLst/>
                <a:gdLst>
                  <a:gd name="T0" fmla="*/ 0 w 1143000"/>
                  <a:gd name="T1" fmla="*/ 0 h 72389"/>
                  <a:gd name="T2" fmla="*/ 1143000 w 1143000"/>
                  <a:gd name="T3" fmla="*/ 0 h 72389"/>
                  <a:gd name="T4" fmla="*/ 1071879 w 1143000"/>
                  <a:gd name="T5" fmla="*/ 72399 h 72389"/>
                  <a:gd name="T6" fmla="*/ 71120 w 1143000"/>
                  <a:gd name="T7" fmla="*/ 72399 h 72389"/>
                  <a:gd name="T8" fmla="*/ 0 w 1143000"/>
                  <a:gd name="T9" fmla="*/ 0 h 72389"/>
                  <a:gd name="T10" fmla="*/ 0 60000 65536"/>
                  <a:gd name="T11" fmla="*/ 0 60000 65536"/>
                  <a:gd name="T12" fmla="*/ 0 60000 65536"/>
                  <a:gd name="T13" fmla="*/ 0 60000 65536"/>
                  <a:gd name="T14" fmla="*/ 0 60000 65536"/>
                  <a:gd name="T15" fmla="*/ 0 w 1143000"/>
                  <a:gd name="T16" fmla="*/ 0 h 72389"/>
                  <a:gd name="T17" fmla="*/ 1143000 w 1143000"/>
                  <a:gd name="T18" fmla="*/ 72389 h 72389"/>
                </a:gdLst>
                <a:ahLst/>
                <a:cxnLst>
                  <a:cxn ang="T10">
                    <a:pos x="T0" y="T1"/>
                  </a:cxn>
                  <a:cxn ang="T11">
                    <a:pos x="T2" y="T3"/>
                  </a:cxn>
                  <a:cxn ang="T12">
                    <a:pos x="T4" y="T5"/>
                  </a:cxn>
                  <a:cxn ang="T13">
                    <a:pos x="T6" y="T7"/>
                  </a:cxn>
                  <a:cxn ang="T14">
                    <a:pos x="T8" y="T9"/>
                  </a:cxn>
                </a:cxnLst>
                <a:rect l="T15" t="T16" r="T17" b="T18"/>
                <a:pathLst>
                  <a:path w="1143000" h="72389">
                    <a:moveTo>
                      <a:pt x="0" y="0"/>
                    </a:moveTo>
                    <a:lnTo>
                      <a:pt x="1143000" y="0"/>
                    </a:lnTo>
                    <a:lnTo>
                      <a:pt x="1071879" y="72389"/>
                    </a:lnTo>
                    <a:lnTo>
                      <a:pt x="71120" y="72389"/>
                    </a:lnTo>
                    <a:lnTo>
                      <a:pt x="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65" name="object 266"/>
              <p:cNvSpPr>
                <a:spLocks/>
              </p:cNvSpPr>
              <p:nvPr/>
            </p:nvSpPr>
            <p:spPr bwMode="auto">
              <a:xfrm>
                <a:off x="5034280" y="5001259"/>
                <a:ext cx="71120" cy="306070"/>
              </a:xfrm>
              <a:custGeom>
                <a:avLst/>
                <a:gdLst>
                  <a:gd name="T0" fmla="*/ 71120 w 71120"/>
                  <a:gd name="T1" fmla="*/ 0 h 306070"/>
                  <a:gd name="T2" fmla="*/ 0 w 71120"/>
                  <a:gd name="T3" fmla="*/ 72389 h 306070"/>
                  <a:gd name="T4" fmla="*/ 0 w 71120"/>
                  <a:gd name="T5" fmla="*/ 233679 h 306070"/>
                  <a:gd name="T6" fmla="*/ 71120 w 71120"/>
                  <a:gd name="T7" fmla="*/ 306069 h 306070"/>
                  <a:gd name="T8" fmla="*/ 71120 w 71120"/>
                  <a:gd name="T9" fmla="*/ 0 h 306070"/>
                  <a:gd name="T10" fmla="*/ 0 60000 65536"/>
                  <a:gd name="T11" fmla="*/ 0 60000 65536"/>
                  <a:gd name="T12" fmla="*/ 0 60000 65536"/>
                  <a:gd name="T13" fmla="*/ 0 60000 65536"/>
                  <a:gd name="T14" fmla="*/ 0 60000 65536"/>
                  <a:gd name="T15" fmla="*/ 0 w 71120"/>
                  <a:gd name="T16" fmla="*/ 0 h 306070"/>
                  <a:gd name="T17" fmla="*/ 71120 w 71120"/>
                  <a:gd name="T18" fmla="*/ 306070 h 306070"/>
                </a:gdLst>
                <a:ahLst/>
                <a:cxnLst>
                  <a:cxn ang="T10">
                    <a:pos x="T0" y="T1"/>
                  </a:cxn>
                  <a:cxn ang="T11">
                    <a:pos x="T2" y="T3"/>
                  </a:cxn>
                  <a:cxn ang="T12">
                    <a:pos x="T4" y="T5"/>
                  </a:cxn>
                  <a:cxn ang="T13">
                    <a:pos x="T6" y="T7"/>
                  </a:cxn>
                  <a:cxn ang="T14">
                    <a:pos x="T8" y="T9"/>
                  </a:cxn>
                </a:cxnLst>
                <a:rect l="T15" t="T16" r="T17" b="T18"/>
                <a:pathLst>
                  <a:path w="71120" h="306070">
                    <a:moveTo>
                      <a:pt x="71120" y="0"/>
                    </a:moveTo>
                    <a:lnTo>
                      <a:pt x="0" y="72389"/>
                    </a:lnTo>
                    <a:lnTo>
                      <a:pt x="0" y="233679"/>
                    </a:lnTo>
                    <a:lnTo>
                      <a:pt x="71120" y="306069"/>
                    </a:lnTo>
                    <a:lnTo>
                      <a:pt x="71120" y="0"/>
                    </a:lnTo>
                    <a:close/>
                  </a:path>
                </a:pathLst>
              </a:custGeom>
              <a:solidFill>
                <a:srgbClr val="916C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66" name="object 267"/>
              <p:cNvSpPr>
                <a:spLocks/>
              </p:cNvSpPr>
              <p:nvPr/>
            </p:nvSpPr>
            <p:spPr bwMode="auto">
              <a:xfrm>
                <a:off x="5034280" y="5001259"/>
                <a:ext cx="71120" cy="306070"/>
              </a:xfrm>
              <a:custGeom>
                <a:avLst/>
                <a:gdLst>
                  <a:gd name="T0" fmla="*/ 71120 w 71120"/>
                  <a:gd name="T1" fmla="*/ 0 h 306070"/>
                  <a:gd name="T2" fmla="*/ 71120 w 71120"/>
                  <a:gd name="T3" fmla="*/ 306069 h 306070"/>
                  <a:gd name="T4" fmla="*/ 0 w 71120"/>
                  <a:gd name="T5" fmla="*/ 233679 h 306070"/>
                  <a:gd name="T6" fmla="*/ 0 w 71120"/>
                  <a:gd name="T7" fmla="*/ 72389 h 306070"/>
                  <a:gd name="T8" fmla="*/ 71120 w 71120"/>
                  <a:gd name="T9" fmla="*/ 0 h 306070"/>
                  <a:gd name="T10" fmla="*/ 0 60000 65536"/>
                  <a:gd name="T11" fmla="*/ 0 60000 65536"/>
                  <a:gd name="T12" fmla="*/ 0 60000 65536"/>
                  <a:gd name="T13" fmla="*/ 0 60000 65536"/>
                  <a:gd name="T14" fmla="*/ 0 60000 65536"/>
                  <a:gd name="T15" fmla="*/ 0 w 71120"/>
                  <a:gd name="T16" fmla="*/ 0 h 306070"/>
                  <a:gd name="T17" fmla="*/ 71120 w 71120"/>
                  <a:gd name="T18" fmla="*/ 306070 h 306070"/>
                </a:gdLst>
                <a:ahLst/>
                <a:cxnLst>
                  <a:cxn ang="T10">
                    <a:pos x="T0" y="T1"/>
                  </a:cxn>
                  <a:cxn ang="T11">
                    <a:pos x="T2" y="T3"/>
                  </a:cxn>
                  <a:cxn ang="T12">
                    <a:pos x="T4" y="T5"/>
                  </a:cxn>
                  <a:cxn ang="T13">
                    <a:pos x="T6" y="T7"/>
                  </a:cxn>
                  <a:cxn ang="T14">
                    <a:pos x="T8" y="T9"/>
                  </a:cxn>
                </a:cxnLst>
                <a:rect l="T15" t="T16" r="T17" b="T18"/>
                <a:pathLst>
                  <a:path w="71120" h="306070">
                    <a:moveTo>
                      <a:pt x="71120" y="0"/>
                    </a:moveTo>
                    <a:lnTo>
                      <a:pt x="71120" y="306069"/>
                    </a:lnTo>
                    <a:lnTo>
                      <a:pt x="0" y="233679"/>
                    </a:lnTo>
                    <a:lnTo>
                      <a:pt x="0" y="72389"/>
                    </a:lnTo>
                    <a:lnTo>
                      <a:pt x="7112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67" name="object 268"/>
              <p:cNvSpPr>
                <a:spLocks/>
              </p:cNvSpPr>
              <p:nvPr/>
            </p:nvSpPr>
            <p:spPr bwMode="auto">
              <a:xfrm>
                <a:off x="3962400" y="5234939"/>
                <a:ext cx="1143000" cy="72390"/>
              </a:xfrm>
              <a:custGeom>
                <a:avLst/>
                <a:gdLst>
                  <a:gd name="T0" fmla="*/ 1071879 w 1143000"/>
                  <a:gd name="T1" fmla="*/ 0 h 72389"/>
                  <a:gd name="T2" fmla="*/ 71120 w 1143000"/>
                  <a:gd name="T3" fmla="*/ 0 h 72389"/>
                  <a:gd name="T4" fmla="*/ 0 w 1143000"/>
                  <a:gd name="T5" fmla="*/ 72400 h 72389"/>
                  <a:gd name="T6" fmla="*/ 1143000 w 1143000"/>
                  <a:gd name="T7" fmla="*/ 72400 h 72389"/>
                  <a:gd name="T8" fmla="*/ 1071879 w 1143000"/>
                  <a:gd name="T9" fmla="*/ 0 h 72389"/>
                  <a:gd name="T10" fmla="*/ 0 60000 65536"/>
                  <a:gd name="T11" fmla="*/ 0 60000 65536"/>
                  <a:gd name="T12" fmla="*/ 0 60000 65536"/>
                  <a:gd name="T13" fmla="*/ 0 60000 65536"/>
                  <a:gd name="T14" fmla="*/ 0 60000 65536"/>
                  <a:gd name="T15" fmla="*/ 0 w 1143000"/>
                  <a:gd name="T16" fmla="*/ 0 h 72389"/>
                  <a:gd name="T17" fmla="*/ 1143000 w 1143000"/>
                  <a:gd name="T18" fmla="*/ 72389 h 72389"/>
                </a:gdLst>
                <a:ahLst/>
                <a:cxnLst>
                  <a:cxn ang="T10">
                    <a:pos x="T0" y="T1"/>
                  </a:cxn>
                  <a:cxn ang="T11">
                    <a:pos x="T2" y="T3"/>
                  </a:cxn>
                  <a:cxn ang="T12">
                    <a:pos x="T4" y="T5"/>
                  </a:cxn>
                  <a:cxn ang="T13">
                    <a:pos x="T6" y="T7"/>
                  </a:cxn>
                  <a:cxn ang="T14">
                    <a:pos x="T8" y="T9"/>
                  </a:cxn>
                </a:cxnLst>
                <a:rect l="T15" t="T16" r="T17" b="T18"/>
                <a:pathLst>
                  <a:path w="1143000" h="72389">
                    <a:moveTo>
                      <a:pt x="1071879" y="0"/>
                    </a:moveTo>
                    <a:lnTo>
                      <a:pt x="71120" y="0"/>
                    </a:lnTo>
                    <a:lnTo>
                      <a:pt x="0" y="72390"/>
                    </a:lnTo>
                    <a:lnTo>
                      <a:pt x="1143000" y="72390"/>
                    </a:lnTo>
                    <a:lnTo>
                      <a:pt x="1071879" y="0"/>
                    </a:lnTo>
                    <a:close/>
                  </a:path>
                </a:pathLst>
              </a:custGeom>
              <a:solidFill>
                <a:srgbClr val="AE82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68" name="object 269"/>
              <p:cNvSpPr>
                <a:spLocks/>
              </p:cNvSpPr>
              <p:nvPr/>
            </p:nvSpPr>
            <p:spPr bwMode="auto">
              <a:xfrm>
                <a:off x="3962400" y="5234939"/>
                <a:ext cx="1143000" cy="72390"/>
              </a:xfrm>
              <a:custGeom>
                <a:avLst/>
                <a:gdLst>
                  <a:gd name="T0" fmla="*/ 1143000 w 1143000"/>
                  <a:gd name="T1" fmla="*/ 72400 h 72389"/>
                  <a:gd name="T2" fmla="*/ 0 w 1143000"/>
                  <a:gd name="T3" fmla="*/ 72400 h 72389"/>
                  <a:gd name="T4" fmla="*/ 71120 w 1143000"/>
                  <a:gd name="T5" fmla="*/ 0 h 72389"/>
                  <a:gd name="T6" fmla="*/ 1071879 w 1143000"/>
                  <a:gd name="T7" fmla="*/ 0 h 72389"/>
                  <a:gd name="T8" fmla="*/ 1143000 w 1143000"/>
                  <a:gd name="T9" fmla="*/ 72400 h 72389"/>
                  <a:gd name="T10" fmla="*/ 0 60000 65536"/>
                  <a:gd name="T11" fmla="*/ 0 60000 65536"/>
                  <a:gd name="T12" fmla="*/ 0 60000 65536"/>
                  <a:gd name="T13" fmla="*/ 0 60000 65536"/>
                  <a:gd name="T14" fmla="*/ 0 60000 65536"/>
                  <a:gd name="T15" fmla="*/ 0 w 1143000"/>
                  <a:gd name="T16" fmla="*/ 0 h 72389"/>
                  <a:gd name="T17" fmla="*/ 1143000 w 1143000"/>
                  <a:gd name="T18" fmla="*/ 72389 h 72389"/>
                </a:gdLst>
                <a:ahLst/>
                <a:cxnLst>
                  <a:cxn ang="T10">
                    <a:pos x="T0" y="T1"/>
                  </a:cxn>
                  <a:cxn ang="T11">
                    <a:pos x="T2" y="T3"/>
                  </a:cxn>
                  <a:cxn ang="T12">
                    <a:pos x="T4" y="T5"/>
                  </a:cxn>
                  <a:cxn ang="T13">
                    <a:pos x="T6" y="T7"/>
                  </a:cxn>
                  <a:cxn ang="T14">
                    <a:pos x="T8" y="T9"/>
                  </a:cxn>
                </a:cxnLst>
                <a:rect l="T15" t="T16" r="T17" b="T18"/>
                <a:pathLst>
                  <a:path w="1143000" h="72389">
                    <a:moveTo>
                      <a:pt x="1143000" y="72390"/>
                    </a:moveTo>
                    <a:lnTo>
                      <a:pt x="0" y="72390"/>
                    </a:lnTo>
                    <a:lnTo>
                      <a:pt x="71120" y="0"/>
                    </a:lnTo>
                    <a:lnTo>
                      <a:pt x="1071879" y="0"/>
                    </a:lnTo>
                    <a:lnTo>
                      <a:pt x="1143000" y="7239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69" name="object 270"/>
              <p:cNvSpPr>
                <a:spLocks/>
              </p:cNvSpPr>
              <p:nvPr/>
            </p:nvSpPr>
            <p:spPr bwMode="auto">
              <a:xfrm>
                <a:off x="3962400" y="5001259"/>
                <a:ext cx="71120" cy="306070"/>
              </a:xfrm>
              <a:custGeom>
                <a:avLst/>
                <a:gdLst>
                  <a:gd name="T0" fmla="*/ 0 w 71120"/>
                  <a:gd name="T1" fmla="*/ 0 h 306070"/>
                  <a:gd name="T2" fmla="*/ 0 w 71120"/>
                  <a:gd name="T3" fmla="*/ 306069 h 306070"/>
                  <a:gd name="T4" fmla="*/ 71120 w 71120"/>
                  <a:gd name="T5" fmla="*/ 233679 h 306070"/>
                  <a:gd name="T6" fmla="*/ 71120 w 71120"/>
                  <a:gd name="T7" fmla="*/ 72389 h 306070"/>
                  <a:gd name="T8" fmla="*/ 0 w 71120"/>
                  <a:gd name="T9" fmla="*/ 0 h 306070"/>
                  <a:gd name="T10" fmla="*/ 0 60000 65536"/>
                  <a:gd name="T11" fmla="*/ 0 60000 65536"/>
                  <a:gd name="T12" fmla="*/ 0 60000 65536"/>
                  <a:gd name="T13" fmla="*/ 0 60000 65536"/>
                  <a:gd name="T14" fmla="*/ 0 60000 65536"/>
                  <a:gd name="T15" fmla="*/ 0 w 71120"/>
                  <a:gd name="T16" fmla="*/ 0 h 306070"/>
                  <a:gd name="T17" fmla="*/ 71120 w 71120"/>
                  <a:gd name="T18" fmla="*/ 306070 h 306070"/>
                </a:gdLst>
                <a:ahLst/>
                <a:cxnLst>
                  <a:cxn ang="T10">
                    <a:pos x="T0" y="T1"/>
                  </a:cxn>
                  <a:cxn ang="T11">
                    <a:pos x="T2" y="T3"/>
                  </a:cxn>
                  <a:cxn ang="T12">
                    <a:pos x="T4" y="T5"/>
                  </a:cxn>
                  <a:cxn ang="T13">
                    <a:pos x="T6" y="T7"/>
                  </a:cxn>
                  <a:cxn ang="T14">
                    <a:pos x="T8" y="T9"/>
                  </a:cxn>
                </a:cxnLst>
                <a:rect l="T15" t="T16" r="T17" b="T18"/>
                <a:pathLst>
                  <a:path w="71120" h="306070">
                    <a:moveTo>
                      <a:pt x="0" y="0"/>
                    </a:moveTo>
                    <a:lnTo>
                      <a:pt x="0" y="306069"/>
                    </a:lnTo>
                    <a:lnTo>
                      <a:pt x="71120" y="233679"/>
                    </a:lnTo>
                    <a:lnTo>
                      <a:pt x="71120" y="72389"/>
                    </a:lnTo>
                    <a:lnTo>
                      <a:pt x="0" y="0"/>
                    </a:lnTo>
                    <a:close/>
                  </a:path>
                </a:pathLst>
              </a:custGeom>
              <a:solidFill>
                <a:srgbClr val="F1B4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70" name="object 271"/>
              <p:cNvSpPr>
                <a:spLocks/>
              </p:cNvSpPr>
              <p:nvPr/>
            </p:nvSpPr>
            <p:spPr bwMode="auto">
              <a:xfrm>
                <a:off x="3962400" y="5001259"/>
                <a:ext cx="71120" cy="306070"/>
              </a:xfrm>
              <a:custGeom>
                <a:avLst/>
                <a:gdLst>
                  <a:gd name="T0" fmla="*/ 0 w 71120"/>
                  <a:gd name="T1" fmla="*/ 306069 h 306070"/>
                  <a:gd name="T2" fmla="*/ 0 w 71120"/>
                  <a:gd name="T3" fmla="*/ 0 h 306070"/>
                  <a:gd name="T4" fmla="*/ 71120 w 71120"/>
                  <a:gd name="T5" fmla="*/ 72389 h 306070"/>
                  <a:gd name="T6" fmla="*/ 71120 w 71120"/>
                  <a:gd name="T7" fmla="*/ 233679 h 306070"/>
                  <a:gd name="T8" fmla="*/ 0 w 71120"/>
                  <a:gd name="T9" fmla="*/ 306069 h 306070"/>
                  <a:gd name="T10" fmla="*/ 0 60000 65536"/>
                  <a:gd name="T11" fmla="*/ 0 60000 65536"/>
                  <a:gd name="T12" fmla="*/ 0 60000 65536"/>
                  <a:gd name="T13" fmla="*/ 0 60000 65536"/>
                  <a:gd name="T14" fmla="*/ 0 60000 65536"/>
                  <a:gd name="T15" fmla="*/ 0 w 71120"/>
                  <a:gd name="T16" fmla="*/ 0 h 306070"/>
                  <a:gd name="T17" fmla="*/ 71120 w 71120"/>
                  <a:gd name="T18" fmla="*/ 306070 h 306070"/>
                </a:gdLst>
                <a:ahLst/>
                <a:cxnLst>
                  <a:cxn ang="T10">
                    <a:pos x="T0" y="T1"/>
                  </a:cxn>
                  <a:cxn ang="T11">
                    <a:pos x="T2" y="T3"/>
                  </a:cxn>
                  <a:cxn ang="T12">
                    <a:pos x="T4" y="T5"/>
                  </a:cxn>
                  <a:cxn ang="T13">
                    <a:pos x="T6" y="T7"/>
                  </a:cxn>
                  <a:cxn ang="T14">
                    <a:pos x="T8" y="T9"/>
                  </a:cxn>
                </a:cxnLst>
                <a:rect l="T15" t="T16" r="T17" b="T18"/>
                <a:pathLst>
                  <a:path w="71120" h="306070">
                    <a:moveTo>
                      <a:pt x="0" y="306069"/>
                    </a:moveTo>
                    <a:lnTo>
                      <a:pt x="0" y="0"/>
                    </a:lnTo>
                    <a:lnTo>
                      <a:pt x="71120" y="72389"/>
                    </a:lnTo>
                    <a:lnTo>
                      <a:pt x="71120" y="233679"/>
                    </a:lnTo>
                    <a:lnTo>
                      <a:pt x="0" y="306069"/>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571" name="object 272"/>
            <p:cNvSpPr txBox="1"/>
            <p:nvPr/>
          </p:nvSpPr>
          <p:spPr>
            <a:xfrm>
              <a:off x="3962400" y="5000625"/>
              <a:ext cx="1143000" cy="232115"/>
            </a:xfrm>
            <a:prstGeom prst="rect">
              <a:avLst/>
            </a:prstGeom>
            <a:ln w="9344">
              <a:solidFill>
                <a:srgbClr val="000000"/>
              </a:solidFill>
            </a:ln>
          </p:spPr>
          <p:txBody>
            <a:bodyPr lIns="0" tIns="77470" rIns="0" bIns="0">
              <a:spAutoFit/>
            </a:bodyPr>
            <a:lstStyle/>
            <a:p>
              <a:pPr marL="366395">
                <a:spcBef>
                  <a:spcPts val="610"/>
                </a:spcBef>
                <a:defRPr/>
              </a:pPr>
              <a:r>
                <a:rPr sz="1000" b="1" spc="-5" dirty="0">
                  <a:solidFill>
                    <a:srgbClr val="7F007F"/>
                  </a:solidFill>
                  <a:latin typeface="Times New Roman" pitchFamily="18" charset="0"/>
                  <a:cs typeface="Times New Roman" pitchFamily="18" charset="0"/>
                </a:rPr>
                <a:t>Switch</a:t>
              </a:r>
              <a:endParaRPr sz="1000" b="1">
                <a:latin typeface="Times New Roman" pitchFamily="18" charset="0"/>
                <a:cs typeface="Times New Roman" pitchFamily="18" charset="0"/>
              </a:endParaRPr>
            </a:p>
          </p:txBody>
        </p:sp>
        <p:sp>
          <p:nvSpPr>
            <p:cNvPr id="572" name="object 273"/>
            <p:cNvSpPr txBox="1"/>
            <p:nvPr/>
          </p:nvSpPr>
          <p:spPr>
            <a:xfrm>
              <a:off x="5640388" y="5172075"/>
              <a:ext cx="665162" cy="166712"/>
            </a:xfrm>
            <a:prstGeom prst="rect">
              <a:avLst/>
            </a:prstGeom>
          </p:spPr>
          <p:txBody>
            <a:bodyPr lIns="0" tIns="12700" rIns="0" bIns="0">
              <a:spAutoFit/>
            </a:bodyPr>
            <a:lstStyle/>
            <a:p>
              <a:pPr marL="12700">
                <a:spcBef>
                  <a:spcPts val="100"/>
                </a:spcBef>
                <a:defRPr/>
              </a:pPr>
              <a:r>
                <a:rPr sz="1000" b="1" spc="-5" dirty="0">
                  <a:latin typeface="Times New Roman" pitchFamily="18" charset="0"/>
                  <a:cs typeface="Times New Roman" pitchFamily="18" charset="0"/>
                </a:rPr>
                <a:t>Hop </a:t>
              </a:r>
              <a:r>
                <a:rPr sz="1000" b="1" dirty="0">
                  <a:latin typeface="Times New Roman" pitchFamily="18" charset="0"/>
                  <a:cs typeface="Times New Roman" pitchFamily="18" charset="0"/>
                </a:rPr>
                <a:t>to</a:t>
              </a:r>
              <a:r>
                <a:rPr sz="1000" b="1" spc="-90" dirty="0">
                  <a:latin typeface="Times New Roman" pitchFamily="18" charset="0"/>
                  <a:cs typeface="Times New Roman" pitchFamily="18" charset="0"/>
                </a:rPr>
                <a:t> </a:t>
              </a:r>
              <a:r>
                <a:rPr sz="1000" b="1" spc="-5" dirty="0">
                  <a:latin typeface="Times New Roman" pitchFamily="18" charset="0"/>
                  <a:cs typeface="Times New Roman" pitchFamily="18" charset="0"/>
                </a:rPr>
                <a:t>Hop</a:t>
              </a:r>
              <a:endParaRPr sz="1000" b="1">
                <a:latin typeface="Times New Roman" pitchFamily="18" charset="0"/>
                <a:cs typeface="Times New Roman" pitchFamily="18" charset="0"/>
              </a:endParaRPr>
            </a:p>
          </p:txBody>
        </p:sp>
        <p:sp>
          <p:nvSpPr>
            <p:cNvPr id="573" name="object 274"/>
            <p:cNvSpPr txBox="1"/>
            <p:nvPr/>
          </p:nvSpPr>
          <p:spPr>
            <a:xfrm>
              <a:off x="4040188" y="5961063"/>
              <a:ext cx="979487" cy="166712"/>
            </a:xfrm>
            <a:prstGeom prst="rect">
              <a:avLst/>
            </a:prstGeom>
          </p:spPr>
          <p:txBody>
            <a:bodyPr lIns="0" tIns="12700" rIns="0" bIns="0">
              <a:spAutoFit/>
            </a:bodyPr>
            <a:lstStyle/>
            <a:p>
              <a:pPr marL="12700">
                <a:spcBef>
                  <a:spcPts val="100"/>
                </a:spcBef>
                <a:defRPr/>
              </a:pPr>
              <a:r>
                <a:rPr sz="1000" b="1" spc="-5" dirty="0">
                  <a:latin typeface="Times New Roman" pitchFamily="18" charset="0"/>
                  <a:cs typeface="Times New Roman" pitchFamily="18" charset="0"/>
                </a:rPr>
                <a:t>Physical</a:t>
              </a:r>
              <a:r>
                <a:rPr sz="1000" b="1" spc="-55" dirty="0">
                  <a:latin typeface="Times New Roman" pitchFamily="18" charset="0"/>
                  <a:cs typeface="Times New Roman" pitchFamily="18" charset="0"/>
                </a:rPr>
                <a:t> </a:t>
              </a:r>
              <a:r>
                <a:rPr sz="1000" b="1" spc="-10" dirty="0">
                  <a:latin typeface="Times New Roman" pitchFamily="18" charset="0"/>
                  <a:cs typeface="Times New Roman" pitchFamily="18" charset="0"/>
                </a:rPr>
                <a:t>Medium</a:t>
              </a:r>
              <a:endParaRPr sz="1000" b="1">
                <a:latin typeface="Times New Roman" pitchFamily="18" charset="0"/>
                <a:cs typeface="Times New Roman" pitchFamily="18" charset="0"/>
              </a:endParaRPr>
            </a:p>
          </p:txBody>
        </p:sp>
        <p:grpSp>
          <p:nvGrpSpPr>
            <p:cNvPr id="574" name="object 275"/>
            <p:cNvGrpSpPr>
              <a:grpSpLocks/>
            </p:cNvGrpSpPr>
            <p:nvPr/>
          </p:nvGrpSpPr>
          <p:grpSpPr bwMode="auto">
            <a:xfrm>
              <a:off x="2133600" y="5530850"/>
              <a:ext cx="4953000" cy="423863"/>
              <a:chOff x="2133600" y="5531257"/>
              <a:chExt cx="4953000" cy="424180"/>
            </a:xfrm>
          </p:grpSpPr>
          <p:sp>
            <p:nvSpPr>
              <p:cNvPr id="575" name="object 276"/>
              <p:cNvSpPr>
                <a:spLocks/>
              </p:cNvSpPr>
              <p:nvPr/>
            </p:nvSpPr>
            <p:spPr bwMode="auto">
              <a:xfrm>
                <a:off x="3505200" y="5535930"/>
                <a:ext cx="304800" cy="304800"/>
              </a:xfrm>
              <a:custGeom>
                <a:avLst/>
                <a:gdLst>
                  <a:gd name="T0" fmla="*/ 152400 w 304800"/>
                  <a:gd name="T1" fmla="*/ 0 h 304800"/>
                  <a:gd name="T2" fmla="*/ 103388 w 304800"/>
                  <a:gd name="T3" fmla="*/ 7559 h 304800"/>
                  <a:gd name="T4" fmla="*/ 61447 w 304800"/>
                  <a:gd name="T5" fmla="*/ 28773 h 304800"/>
                  <a:gd name="T6" fmla="*/ 28773 w 304800"/>
                  <a:gd name="T7" fmla="*/ 61447 h 304800"/>
                  <a:gd name="T8" fmla="*/ 7559 w 304800"/>
                  <a:gd name="T9" fmla="*/ 103388 h 304800"/>
                  <a:gd name="T10" fmla="*/ 0 w 304800"/>
                  <a:gd name="T11" fmla="*/ 152400 h 304800"/>
                  <a:gd name="T12" fmla="*/ 7559 w 304800"/>
                  <a:gd name="T13" fmla="*/ 201411 h 304800"/>
                  <a:gd name="T14" fmla="*/ 28773 w 304800"/>
                  <a:gd name="T15" fmla="*/ 243352 h 304800"/>
                  <a:gd name="T16" fmla="*/ 61447 w 304800"/>
                  <a:gd name="T17" fmla="*/ 276026 h 304800"/>
                  <a:gd name="T18" fmla="*/ 103388 w 304800"/>
                  <a:gd name="T19" fmla="*/ 297240 h 304800"/>
                  <a:gd name="T20" fmla="*/ 152400 w 304800"/>
                  <a:gd name="T21" fmla="*/ 304800 h 304800"/>
                  <a:gd name="T22" fmla="*/ 201411 w 304800"/>
                  <a:gd name="T23" fmla="*/ 297240 h 304800"/>
                  <a:gd name="T24" fmla="*/ 243352 w 304800"/>
                  <a:gd name="T25" fmla="*/ 276026 h 304800"/>
                  <a:gd name="T26" fmla="*/ 276026 w 304800"/>
                  <a:gd name="T27" fmla="*/ 243352 h 304800"/>
                  <a:gd name="T28" fmla="*/ 297240 w 304800"/>
                  <a:gd name="T29" fmla="*/ 201411 h 304800"/>
                  <a:gd name="T30" fmla="*/ 304800 w 304800"/>
                  <a:gd name="T31" fmla="*/ 152400 h 304800"/>
                  <a:gd name="T32" fmla="*/ 297240 w 304800"/>
                  <a:gd name="T33" fmla="*/ 103388 h 304800"/>
                  <a:gd name="T34" fmla="*/ 276026 w 304800"/>
                  <a:gd name="T35" fmla="*/ 61447 h 304800"/>
                  <a:gd name="T36" fmla="*/ 243352 w 304800"/>
                  <a:gd name="T37" fmla="*/ 28773 h 304800"/>
                  <a:gd name="T38" fmla="*/ 201411 w 304800"/>
                  <a:gd name="T39" fmla="*/ 7559 h 304800"/>
                  <a:gd name="T40" fmla="*/ 152400 w 304800"/>
                  <a:gd name="T41" fmla="*/ 0 h 3048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4800"/>
                  <a:gd name="T64" fmla="*/ 0 h 304800"/>
                  <a:gd name="T65" fmla="*/ 304800 w 304800"/>
                  <a:gd name="T66" fmla="*/ 304800 h 30480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4800" h="304800">
                    <a:moveTo>
                      <a:pt x="152400" y="0"/>
                    </a:moveTo>
                    <a:lnTo>
                      <a:pt x="103388" y="7559"/>
                    </a:lnTo>
                    <a:lnTo>
                      <a:pt x="61447" y="28773"/>
                    </a:lnTo>
                    <a:lnTo>
                      <a:pt x="28773" y="61447"/>
                    </a:lnTo>
                    <a:lnTo>
                      <a:pt x="7559" y="103388"/>
                    </a:lnTo>
                    <a:lnTo>
                      <a:pt x="0" y="152400"/>
                    </a:lnTo>
                    <a:lnTo>
                      <a:pt x="7559" y="201411"/>
                    </a:lnTo>
                    <a:lnTo>
                      <a:pt x="28773" y="243352"/>
                    </a:lnTo>
                    <a:lnTo>
                      <a:pt x="61447" y="276026"/>
                    </a:lnTo>
                    <a:lnTo>
                      <a:pt x="103388" y="297240"/>
                    </a:lnTo>
                    <a:lnTo>
                      <a:pt x="152400" y="304800"/>
                    </a:lnTo>
                    <a:lnTo>
                      <a:pt x="201411" y="297240"/>
                    </a:lnTo>
                    <a:lnTo>
                      <a:pt x="243352" y="276026"/>
                    </a:lnTo>
                    <a:lnTo>
                      <a:pt x="276026" y="243352"/>
                    </a:lnTo>
                    <a:lnTo>
                      <a:pt x="297240" y="201411"/>
                    </a:lnTo>
                    <a:lnTo>
                      <a:pt x="304800" y="152400"/>
                    </a:lnTo>
                    <a:lnTo>
                      <a:pt x="297240" y="103388"/>
                    </a:lnTo>
                    <a:lnTo>
                      <a:pt x="276026" y="61447"/>
                    </a:lnTo>
                    <a:lnTo>
                      <a:pt x="243352" y="28773"/>
                    </a:lnTo>
                    <a:lnTo>
                      <a:pt x="201411" y="7559"/>
                    </a:lnTo>
                    <a:lnTo>
                      <a:pt x="15240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76" name="object 277"/>
              <p:cNvSpPr>
                <a:spLocks/>
              </p:cNvSpPr>
              <p:nvPr/>
            </p:nvSpPr>
            <p:spPr bwMode="auto">
              <a:xfrm>
                <a:off x="3505200" y="5535930"/>
                <a:ext cx="304800" cy="304800"/>
              </a:xfrm>
              <a:custGeom>
                <a:avLst/>
                <a:gdLst>
                  <a:gd name="T0" fmla="*/ 152400 w 304800"/>
                  <a:gd name="T1" fmla="*/ 0 h 304800"/>
                  <a:gd name="T2" fmla="*/ 201411 w 304800"/>
                  <a:gd name="T3" fmla="*/ 7559 h 304800"/>
                  <a:gd name="T4" fmla="*/ 243352 w 304800"/>
                  <a:gd name="T5" fmla="*/ 28773 h 304800"/>
                  <a:gd name="T6" fmla="*/ 276026 w 304800"/>
                  <a:gd name="T7" fmla="*/ 61447 h 304800"/>
                  <a:gd name="T8" fmla="*/ 297240 w 304800"/>
                  <a:gd name="T9" fmla="*/ 103388 h 304800"/>
                  <a:gd name="T10" fmla="*/ 304800 w 304800"/>
                  <a:gd name="T11" fmla="*/ 152400 h 304800"/>
                  <a:gd name="T12" fmla="*/ 297240 w 304800"/>
                  <a:gd name="T13" fmla="*/ 201411 h 304800"/>
                  <a:gd name="T14" fmla="*/ 276026 w 304800"/>
                  <a:gd name="T15" fmla="*/ 243352 h 304800"/>
                  <a:gd name="T16" fmla="*/ 243352 w 304800"/>
                  <a:gd name="T17" fmla="*/ 276026 h 304800"/>
                  <a:gd name="T18" fmla="*/ 201411 w 304800"/>
                  <a:gd name="T19" fmla="*/ 297240 h 304800"/>
                  <a:gd name="T20" fmla="*/ 152400 w 304800"/>
                  <a:gd name="T21" fmla="*/ 304800 h 304800"/>
                  <a:gd name="T22" fmla="*/ 103388 w 304800"/>
                  <a:gd name="T23" fmla="*/ 297240 h 304800"/>
                  <a:gd name="T24" fmla="*/ 61447 w 304800"/>
                  <a:gd name="T25" fmla="*/ 276026 h 304800"/>
                  <a:gd name="T26" fmla="*/ 28773 w 304800"/>
                  <a:gd name="T27" fmla="*/ 243352 h 304800"/>
                  <a:gd name="T28" fmla="*/ 7559 w 304800"/>
                  <a:gd name="T29" fmla="*/ 201411 h 304800"/>
                  <a:gd name="T30" fmla="*/ 0 w 304800"/>
                  <a:gd name="T31" fmla="*/ 152400 h 304800"/>
                  <a:gd name="T32" fmla="*/ 7559 w 304800"/>
                  <a:gd name="T33" fmla="*/ 103388 h 304800"/>
                  <a:gd name="T34" fmla="*/ 28773 w 304800"/>
                  <a:gd name="T35" fmla="*/ 61447 h 304800"/>
                  <a:gd name="T36" fmla="*/ 61447 w 304800"/>
                  <a:gd name="T37" fmla="*/ 28773 h 304800"/>
                  <a:gd name="T38" fmla="*/ 103388 w 304800"/>
                  <a:gd name="T39" fmla="*/ 7559 h 304800"/>
                  <a:gd name="T40" fmla="*/ 152400 w 304800"/>
                  <a:gd name="T41" fmla="*/ 0 h 3048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4800"/>
                  <a:gd name="T64" fmla="*/ 0 h 304800"/>
                  <a:gd name="T65" fmla="*/ 304800 w 304800"/>
                  <a:gd name="T66" fmla="*/ 304800 h 30480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4800" h="304800">
                    <a:moveTo>
                      <a:pt x="152400" y="0"/>
                    </a:moveTo>
                    <a:lnTo>
                      <a:pt x="201411" y="7559"/>
                    </a:lnTo>
                    <a:lnTo>
                      <a:pt x="243352" y="28773"/>
                    </a:lnTo>
                    <a:lnTo>
                      <a:pt x="276026" y="61447"/>
                    </a:lnTo>
                    <a:lnTo>
                      <a:pt x="297240" y="103388"/>
                    </a:lnTo>
                    <a:lnTo>
                      <a:pt x="304800" y="152400"/>
                    </a:lnTo>
                    <a:lnTo>
                      <a:pt x="297240" y="201411"/>
                    </a:lnTo>
                    <a:lnTo>
                      <a:pt x="276026" y="243352"/>
                    </a:lnTo>
                    <a:lnTo>
                      <a:pt x="243352" y="276026"/>
                    </a:lnTo>
                    <a:lnTo>
                      <a:pt x="201411" y="297240"/>
                    </a:lnTo>
                    <a:lnTo>
                      <a:pt x="152400" y="304800"/>
                    </a:lnTo>
                    <a:lnTo>
                      <a:pt x="103388" y="297240"/>
                    </a:lnTo>
                    <a:lnTo>
                      <a:pt x="61447" y="276026"/>
                    </a:lnTo>
                    <a:lnTo>
                      <a:pt x="28773" y="243352"/>
                    </a:lnTo>
                    <a:lnTo>
                      <a:pt x="7559" y="201411"/>
                    </a:lnTo>
                    <a:lnTo>
                      <a:pt x="0" y="152400"/>
                    </a:lnTo>
                    <a:lnTo>
                      <a:pt x="7559" y="103388"/>
                    </a:lnTo>
                    <a:lnTo>
                      <a:pt x="28773" y="61447"/>
                    </a:lnTo>
                    <a:lnTo>
                      <a:pt x="61447" y="28773"/>
                    </a:lnTo>
                    <a:lnTo>
                      <a:pt x="103388" y="7559"/>
                    </a:lnTo>
                    <a:lnTo>
                      <a:pt x="15240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77" name="object 278"/>
              <p:cNvSpPr>
                <a:spLocks/>
              </p:cNvSpPr>
              <p:nvPr/>
            </p:nvSpPr>
            <p:spPr bwMode="auto">
              <a:xfrm>
                <a:off x="3505200" y="5688330"/>
                <a:ext cx="304800" cy="0"/>
              </a:xfrm>
              <a:custGeom>
                <a:avLst/>
                <a:gdLst>
                  <a:gd name="T0" fmla="*/ 304800 w 304800"/>
                  <a:gd name="T1" fmla="*/ 0 w 304800"/>
                  <a:gd name="T2" fmla="*/ 304800 w 304800"/>
                  <a:gd name="T3" fmla="*/ 0 60000 65536"/>
                  <a:gd name="T4" fmla="*/ 0 60000 65536"/>
                  <a:gd name="T5" fmla="*/ 0 60000 65536"/>
                  <a:gd name="T6" fmla="*/ 0 w 304800"/>
                  <a:gd name="T7" fmla="*/ 304800 w 304800"/>
                </a:gdLst>
                <a:ahLst/>
                <a:cxnLst>
                  <a:cxn ang="T3">
                    <a:pos x="T0" y="0"/>
                  </a:cxn>
                  <a:cxn ang="T4">
                    <a:pos x="T1" y="0"/>
                  </a:cxn>
                  <a:cxn ang="T5">
                    <a:pos x="T2" y="0"/>
                  </a:cxn>
                </a:cxnLst>
                <a:rect l="T6" t="0" r="T7" b="0"/>
                <a:pathLst>
                  <a:path w="304800">
                    <a:moveTo>
                      <a:pt x="304800" y="0"/>
                    </a:moveTo>
                    <a:lnTo>
                      <a:pt x="0" y="0"/>
                    </a:lnTo>
                    <a:lnTo>
                      <a:pt x="30480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78" name="object 279"/>
              <p:cNvSpPr>
                <a:spLocks/>
              </p:cNvSpPr>
              <p:nvPr/>
            </p:nvSpPr>
            <p:spPr bwMode="auto">
              <a:xfrm>
                <a:off x="3505200" y="5688330"/>
                <a:ext cx="304800" cy="0"/>
              </a:xfrm>
              <a:custGeom>
                <a:avLst/>
                <a:gdLst>
                  <a:gd name="T0" fmla="*/ 0 w 304800"/>
                  <a:gd name="T1" fmla="*/ 304800 w 304800"/>
                  <a:gd name="T2" fmla="*/ 0 60000 65536"/>
                  <a:gd name="T3" fmla="*/ 0 60000 65536"/>
                  <a:gd name="T4" fmla="*/ 0 w 304800"/>
                  <a:gd name="T5" fmla="*/ 304800 w 304800"/>
                </a:gdLst>
                <a:ahLst/>
                <a:cxnLst>
                  <a:cxn ang="T2">
                    <a:pos x="T0" y="0"/>
                  </a:cxn>
                  <a:cxn ang="T3">
                    <a:pos x="T1" y="0"/>
                  </a:cxn>
                </a:cxnLst>
                <a:rect l="T4" t="0" r="T5" b="0"/>
                <a:pathLst>
                  <a:path w="304800">
                    <a:moveTo>
                      <a:pt x="0" y="0"/>
                    </a:moveTo>
                    <a:lnTo>
                      <a:pt x="304800" y="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79" name="object 280"/>
              <p:cNvSpPr>
                <a:spLocks/>
              </p:cNvSpPr>
              <p:nvPr/>
            </p:nvSpPr>
            <p:spPr bwMode="auto">
              <a:xfrm>
                <a:off x="3657600" y="5535930"/>
                <a:ext cx="0" cy="304800"/>
              </a:xfrm>
              <a:custGeom>
                <a:avLst/>
                <a:gdLst>
                  <a:gd name="T0" fmla="*/ 0 h 304800"/>
                  <a:gd name="T1" fmla="*/ 304800 h 304800"/>
                  <a:gd name="T2" fmla="*/ 0 h 304800"/>
                  <a:gd name="T3" fmla="*/ 0 60000 65536"/>
                  <a:gd name="T4" fmla="*/ 0 60000 65536"/>
                  <a:gd name="T5" fmla="*/ 0 60000 65536"/>
                  <a:gd name="T6" fmla="*/ 0 h 304800"/>
                  <a:gd name="T7" fmla="*/ 304800 h 304800"/>
                </a:gdLst>
                <a:ahLst/>
                <a:cxnLst>
                  <a:cxn ang="T3">
                    <a:pos x="0" y="T0"/>
                  </a:cxn>
                  <a:cxn ang="T4">
                    <a:pos x="0" y="T1"/>
                  </a:cxn>
                  <a:cxn ang="T5">
                    <a:pos x="0" y="T2"/>
                  </a:cxn>
                </a:cxnLst>
                <a:rect l="0" t="T6" r="0" b="T7"/>
                <a:pathLst>
                  <a:path h="304800">
                    <a:moveTo>
                      <a:pt x="0" y="0"/>
                    </a:moveTo>
                    <a:lnTo>
                      <a:pt x="0" y="304800"/>
                    </a:lnTo>
                    <a:lnTo>
                      <a:pt x="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80" name="object 281"/>
              <p:cNvSpPr>
                <a:spLocks/>
              </p:cNvSpPr>
              <p:nvPr/>
            </p:nvSpPr>
            <p:spPr bwMode="auto">
              <a:xfrm>
                <a:off x="3657600" y="5535930"/>
                <a:ext cx="0" cy="304800"/>
              </a:xfrm>
              <a:custGeom>
                <a:avLst/>
                <a:gdLst>
                  <a:gd name="T0" fmla="*/ 0 h 304800"/>
                  <a:gd name="T1" fmla="*/ 304800 h 304800"/>
                  <a:gd name="T2" fmla="*/ 0 60000 65536"/>
                  <a:gd name="T3" fmla="*/ 0 60000 65536"/>
                  <a:gd name="T4" fmla="*/ 0 h 304800"/>
                  <a:gd name="T5" fmla="*/ 304800 h 304800"/>
                </a:gdLst>
                <a:ahLst/>
                <a:cxnLst>
                  <a:cxn ang="T2">
                    <a:pos x="0" y="T0"/>
                  </a:cxn>
                  <a:cxn ang="T3">
                    <a:pos x="0" y="T1"/>
                  </a:cxn>
                </a:cxnLst>
                <a:rect l="0" t="T4" r="0" b="T5"/>
                <a:pathLst>
                  <a:path h="304800">
                    <a:moveTo>
                      <a:pt x="0" y="0"/>
                    </a:moveTo>
                    <a:lnTo>
                      <a:pt x="0" y="3048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81" name="object 282"/>
              <p:cNvSpPr>
                <a:spLocks/>
              </p:cNvSpPr>
              <p:nvPr/>
            </p:nvSpPr>
            <p:spPr bwMode="auto">
              <a:xfrm>
                <a:off x="5105400" y="5535930"/>
                <a:ext cx="304800" cy="304800"/>
              </a:xfrm>
              <a:custGeom>
                <a:avLst/>
                <a:gdLst>
                  <a:gd name="T0" fmla="*/ 152400 w 304800"/>
                  <a:gd name="T1" fmla="*/ 0 h 304800"/>
                  <a:gd name="T2" fmla="*/ 103388 w 304800"/>
                  <a:gd name="T3" fmla="*/ 7559 h 304800"/>
                  <a:gd name="T4" fmla="*/ 61447 w 304800"/>
                  <a:gd name="T5" fmla="*/ 28773 h 304800"/>
                  <a:gd name="T6" fmla="*/ 28773 w 304800"/>
                  <a:gd name="T7" fmla="*/ 61447 h 304800"/>
                  <a:gd name="T8" fmla="*/ 7559 w 304800"/>
                  <a:gd name="T9" fmla="*/ 103388 h 304800"/>
                  <a:gd name="T10" fmla="*/ 0 w 304800"/>
                  <a:gd name="T11" fmla="*/ 152400 h 304800"/>
                  <a:gd name="T12" fmla="*/ 7559 w 304800"/>
                  <a:gd name="T13" fmla="*/ 201411 h 304800"/>
                  <a:gd name="T14" fmla="*/ 28773 w 304800"/>
                  <a:gd name="T15" fmla="*/ 243352 h 304800"/>
                  <a:gd name="T16" fmla="*/ 61447 w 304800"/>
                  <a:gd name="T17" fmla="*/ 276026 h 304800"/>
                  <a:gd name="T18" fmla="*/ 103388 w 304800"/>
                  <a:gd name="T19" fmla="*/ 297240 h 304800"/>
                  <a:gd name="T20" fmla="*/ 152400 w 304800"/>
                  <a:gd name="T21" fmla="*/ 304800 h 304800"/>
                  <a:gd name="T22" fmla="*/ 201411 w 304800"/>
                  <a:gd name="T23" fmla="*/ 297240 h 304800"/>
                  <a:gd name="T24" fmla="*/ 243352 w 304800"/>
                  <a:gd name="T25" fmla="*/ 276026 h 304800"/>
                  <a:gd name="T26" fmla="*/ 276026 w 304800"/>
                  <a:gd name="T27" fmla="*/ 243352 h 304800"/>
                  <a:gd name="T28" fmla="*/ 297240 w 304800"/>
                  <a:gd name="T29" fmla="*/ 201411 h 304800"/>
                  <a:gd name="T30" fmla="*/ 304800 w 304800"/>
                  <a:gd name="T31" fmla="*/ 152400 h 304800"/>
                  <a:gd name="T32" fmla="*/ 297240 w 304800"/>
                  <a:gd name="T33" fmla="*/ 103388 h 304800"/>
                  <a:gd name="T34" fmla="*/ 276026 w 304800"/>
                  <a:gd name="T35" fmla="*/ 61447 h 304800"/>
                  <a:gd name="T36" fmla="*/ 243352 w 304800"/>
                  <a:gd name="T37" fmla="*/ 28773 h 304800"/>
                  <a:gd name="T38" fmla="*/ 201411 w 304800"/>
                  <a:gd name="T39" fmla="*/ 7559 h 304800"/>
                  <a:gd name="T40" fmla="*/ 152400 w 304800"/>
                  <a:gd name="T41" fmla="*/ 0 h 3048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4800"/>
                  <a:gd name="T64" fmla="*/ 0 h 304800"/>
                  <a:gd name="T65" fmla="*/ 304800 w 304800"/>
                  <a:gd name="T66" fmla="*/ 304800 h 30480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4800" h="304800">
                    <a:moveTo>
                      <a:pt x="152400" y="0"/>
                    </a:moveTo>
                    <a:lnTo>
                      <a:pt x="103388" y="7559"/>
                    </a:lnTo>
                    <a:lnTo>
                      <a:pt x="61447" y="28773"/>
                    </a:lnTo>
                    <a:lnTo>
                      <a:pt x="28773" y="61447"/>
                    </a:lnTo>
                    <a:lnTo>
                      <a:pt x="7559" y="103388"/>
                    </a:lnTo>
                    <a:lnTo>
                      <a:pt x="0" y="152400"/>
                    </a:lnTo>
                    <a:lnTo>
                      <a:pt x="7559" y="201411"/>
                    </a:lnTo>
                    <a:lnTo>
                      <a:pt x="28773" y="243352"/>
                    </a:lnTo>
                    <a:lnTo>
                      <a:pt x="61447" y="276026"/>
                    </a:lnTo>
                    <a:lnTo>
                      <a:pt x="103388" y="297240"/>
                    </a:lnTo>
                    <a:lnTo>
                      <a:pt x="152400" y="304800"/>
                    </a:lnTo>
                    <a:lnTo>
                      <a:pt x="201411" y="297240"/>
                    </a:lnTo>
                    <a:lnTo>
                      <a:pt x="243352" y="276026"/>
                    </a:lnTo>
                    <a:lnTo>
                      <a:pt x="276026" y="243352"/>
                    </a:lnTo>
                    <a:lnTo>
                      <a:pt x="297240" y="201411"/>
                    </a:lnTo>
                    <a:lnTo>
                      <a:pt x="304800" y="152400"/>
                    </a:lnTo>
                    <a:lnTo>
                      <a:pt x="297240" y="103388"/>
                    </a:lnTo>
                    <a:lnTo>
                      <a:pt x="276026" y="61447"/>
                    </a:lnTo>
                    <a:lnTo>
                      <a:pt x="243352" y="28773"/>
                    </a:lnTo>
                    <a:lnTo>
                      <a:pt x="201411" y="7559"/>
                    </a:lnTo>
                    <a:lnTo>
                      <a:pt x="15240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82" name="object 283"/>
              <p:cNvSpPr>
                <a:spLocks/>
              </p:cNvSpPr>
              <p:nvPr/>
            </p:nvSpPr>
            <p:spPr bwMode="auto">
              <a:xfrm>
                <a:off x="5105400" y="5535930"/>
                <a:ext cx="304800" cy="304800"/>
              </a:xfrm>
              <a:custGeom>
                <a:avLst/>
                <a:gdLst>
                  <a:gd name="T0" fmla="*/ 152400 w 304800"/>
                  <a:gd name="T1" fmla="*/ 0 h 304800"/>
                  <a:gd name="T2" fmla="*/ 201411 w 304800"/>
                  <a:gd name="T3" fmla="*/ 7559 h 304800"/>
                  <a:gd name="T4" fmla="*/ 243352 w 304800"/>
                  <a:gd name="T5" fmla="*/ 28773 h 304800"/>
                  <a:gd name="T6" fmla="*/ 276026 w 304800"/>
                  <a:gd name="T7" fmla="*/ 61447 h 304800"/>
                  <a:gd name="T8" fmla="*/ 297240 w 304800"/>
                  <a:gd name="T9" fmla="*/ 103388 h 304800"/>
                  <a:gd name="T10" fmla="*/ 304800 w 304800"/>
                  <a:gd name="T11" fmla="*/ 152400 h 304800"/>
                  <a:gd name="T12" fmla="*/ 297240 w 304800"/>
                  <a:gd name="T13" fmla="*/ 201411 h 304800"/>
                  <a:gd name="T14" fmla="*/ 276026 w 304800"/>
                  <a:gd name="T15" fmla="*/ 243352 h 304800"/>
                  <a:gd name="T16" fmla="*/ 243352 w 304800"/>
                  <a:gd name="T17" fmla="*/ 276026 h 304800"/>
                  <a:gd name="T18" fmla="*/ 201411 w 304800"/>
                  <a:gd name="T19" fmla="*/ 297240 h 304800"/>
                  <a:gd name="T20" fmla="*/ 152400 w 304800"/>
                  <a:gd name="T21" fmla="*/ 304800 h 304800"/>
                  <a:gd name="T22" fmla="*/ 103388 w 304800"/>
                  <a:gd name="T23" fmla="*/ 297240 h 304800"/>
                  <a:gd name="T24" fmla="*/ 61447 w 304800"/>
                  <a:gd name="T25" fmla="*/ 276026 h 304800"/>
                  <a:gd name="T26" fmla="*/ 28773 w 304800"/>
                  <a:gd name="T27" fmla="*/ 243352 h 304800"/>
                  <a:gd name="T28" fmla="*/ 7559 w 304800"/>
                  <a:gd name="T29" fmla="*/ 201411 h 304800"/>
                  <a:gd name="T30" fmla="*/ 0 w 304800"/>
                  <a:gd name="T31" fmla="*/ 152400 h 304800"/>
                  <a:gd name="T32" fmla="*/ 7559 w 304800"/>
                  <a:gd name="T33" fmla="*/ 103388 h 304800"/>
                  <a:gd name="T34" fmla="*/ 28773 w 304800"/>
                  <a:gd name="T35" fmla="*/ 61447 h 304800"/>
                  <a:gd name="T36" fmla="*/ 61447 w 304800"/>
                  <a:gd name="T37" fmla="*/ 28773 h 304800"/>
                  <a:gd name="T38" fmla="*/ 103388 w 304800"/>
                  <a:gd name="T39" fmla="*/ 7559 h 304800"/>
                  <a:gd name="T40" fmla="*/ 152400 w 304800"/>
                  <a:gd name="T41" fmla="*/ 0 h 3048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4800"/>
                  <a:gd name="T64" fmla="*/ 0 h 304800"/>
                  <a:gd name="T65" fmla="*/ 304800 w 304800"/>
                  <a:gd name="T66" fmla="*/ 304800 h 30480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4800" h="304800">
                    <a:moveTo>
                      <a:pt x="152400" y="0"/>
                    </a:moveTo>
                    <a:lnTo>
                      <a:pt x="201411" y="7559"/>
                    </a:lnTo>
                    <a:lnTo>
                      <a:pt x="243352" y="28773"/>
                    </a:lnTo>
                    <a:lnTo>
                      <a:pt x="276026" y="61447"/>
                    </a:lnTo>
                    <a:lnTo>
                      <a:pt x="297240" y="103388"/>
                    </a:lnTo>
                    <a:lnTo>
                      <a:pt x="304800" y="152400"/>
                    </a:lnTo>
                    <a:lnTo>
                      <a:pt x="297240" y="201411"/>
                    </a:lnTo>
                    <a:lnTo>
                      <a:pt x="276026" y="243352"/>
                    </a:lnTo>
                    <a:lnTo>
                      <a:pt x="243352" y="276026"/>
                    </a:lnTo>
                    <a:lnTo>
                      <a:pt x="201411" y="297240"/>
                    </a:lnTo>
                    <a:lnTo>
                      <a:pt x="152400" y="304800"/>
                    </a:lnTo>
                    <a:lnTo>
                      <a:pt x="103388" y="297240"/>
                    </a:lnTo>
                    <a:lnTo>
                      <a:pt x="61447" y="276026"/>
                    </a:lnTo>
                    <a:lnTo>
                      <a:pt x="28773" y="243352"/>
                    </a:lnTo>
                    <a:lnTo>
                      <a:pt x="7559" y="201411"/>
                    </a:lnTo>
                    <a:lnTo>
                      <a:pt x="0" y="152400"/>
                    </a:lnTo>
                    <a:lnTo>
                      <a:pt x="7559" y="103388"/>
                    </a:lnTo>
                    <a:lnTo>
                      <a:pt x="28773" y="61447"/>
                    </a:lnTo>
                    <a:lnTo>
                      <a:pt x="61447" y="28773"/>
                    </a:lnTo>
                    <a:lnTo>
                      <a:pt x="103388" y="7559"/>
                    </a:lnTo>
                    <a:lnTo>
                      <a:pt x="15240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83" name="object 284"/>
              <p:cNvSpPr>
                <a:spLocks/>
              </p:cNvSpPr>
              <p:nvPr/>
            </p:nvSpPr>
            <p:spPr bwMode="auto">
              <a:xfrm>
                <a:off x="5105400" y="5688330"/>
                <a:ext cx="304800" cy="0"/>
              </a:xfrm>
              <a:custGeom>
                <a:avLst/>
                <a:gdLst>
                  <a:gd name="T0" fmla="*/ 304800 w 304800"/>
                  <a:gd name="T1" fmla="*/ 0 w 304800"/>
                  <a:gd name="T2" fmla="*/ 304800 w 304800"/>
                  <a:gd name="T3" fmla="*/ 0 60000 65536"/>
                  <a:gd name="T4" fmla="*/ 0 60000 65536"/>
                  <a:gd name="T5" fmla="*/ 0 60000 65536"/>
                  <a:gd name="T6" fmla="*/ 0 w 304800"/>
                  <a:gd name="T7" fmla="*/ 304800 w 304800"/>
                </a:gdLst>
                <a:ahLst/>
                <a:cxnLst>
                  <a:cxn ang="T3">
                    <a:pos x="T0" y="0"/>
                  </a:cxn>
                  <a:cxn ang="T4">
                    <a:pos x="T1" y="0"/>
                  </a:cxn>
                  <a:cxn ang="T5">
                    <a:pos x="T2" y="0"/>
                  </a:cxn>
                </a:cxnLst>
                <a:rect l="T6" t="0" r="T7" b="0"/>
                <a:pathLst>
                  <a:path w="304800">
                    <a:moveTo>
                      <a:pt x="304800" y="0"/>
                    </a:moveTo>
                    <a:lnTo>
                      <a:pt x="0" y="0"/>
                    </a:lnTo>
                    <a:lnTo>
                      <a:pt x="30480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84" name="object 285"/>
              <p:cNvSpPr>
                <a:spLocks/>
              </p:cNvSpPr>
              <p:nvPr/>
            </p:nvSpPr>
            <p:spPr bwMode="auto">
              <a:xfrm>
                <a:off x="5105400" y="5688330"/>
                <a:ext cx="304800" cy="0"/>
              </a:xfrm>
              <a:custGeom>
                <a:avLst/>
                <a:gdLst>
                  <a:gd name="T0" fmla="*/ 0 w 304800"/>
                  <a:gd name="T1" fmla="*/ 304800 w 304800"/>
                  <a:gd name="T2" fmla="*/ 0 60000 65536"/>
                  <a:gd name="T3" fmla="*/ 0 60000 65536"/>
                  <a:gd name="T4" fmla="*/ 0 w 304800"/>
                  <a:gd name="T5" fmla="*/ 304800 w 304800"/>
                </a:gdLst>
                <a:ahLst/>
                <a:cxnLst>
                  <a:cxn ang="T2">
                    <a:pos x="T0" y="0"/>
                  </a:cxn>
                  <a:cxn ang="T3">
                    <a:pos x="T1" y="0"/>
                  </a:cxn>
                </a:cxnLst>
                <a:rect l="T4" t="0" r="T5" b="0"/>
                <a:pathLst>
                  <a:path w="304800">
                    <a:moveTo>
                      <a:pt x="0" y="0"/>
                    </a:moveTo>
                    <a:lnTo>
                      <a:pt x="304800" y="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85" name="object 286"/>
              <p:cNvSpPr>
                <a:spLocks/>
              </p:cNvSpPr>
              <p:nvPr/>
            </p:nvSpPr>
            <p:spPr bwMode="auto">
              <a:xfrm>
                <a:off x="5257800" y="5535930"/>
                <a:ext cx="0" cy="304800"/>
              </a:xfrm>
              <a:custGeom>
                <a:avLst/>
                <a:gdLst>
                  <a:gd name="T0" fmla="*/ 0 h 304800"/>
                  <a:gd name="T1" fmla="*/ 304800 h 304800"/>
                  <a:gd name="T2" fmla="*/ 0 h 304800"/>
                  <a:gd name="T3" fmla="*/ 0 60000 65536"/>
                  <a:gd name="T4" fmla="*/ 0 60000 65536"/>
                  <a:gd name="T5" fmla="*/ 0 60000 65536"/>
                  <a:gd name="T6" fmla="*/ 0 h 304800"/>
                  <a:gd name="T7" fmla="*/ 304800 h 304800"/>
                </a:gdLst>
                <a:ahLst/>
                <a:cxnLst>
                  <a:cxn ang="T3">
                    <a:pos x="0" y="T0"/>
                  </a:cxn>
                  <a:cxn ang="T4">
                    <a:pos x="0" y="T1"/>
                  </a:cxn>
                  <a:cxn ang="T5">
                    <a:pos x="0" y="T2"/>
                  </a:cxn>
                </a:cxnLst>
                <a:rect l="0" t="T6" r="0" b="T7"/>
                <a:pathLst>
                  <a:path h="304800">
                    <a:moveTo>
                      <a:pt x="0" y="0"/>
                    </a:moveTo>
                    <a:lnTo>
                      <a:pt x="0" y="304800"/>
                    </a:lnTo>
                    <a:lnTo>
                      <a:pt x="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86" name="object 287"/>
              <p:cNvSpPr>
                <a:spLocks/>
              </p:cNvSpPr>
              <p:nvPr/>
            </p:nvSpPr>
            <p:spPr bwMode="auto">
              <a:xfrm>
                <a:off x="5257800" y="5535930"/>
                <a:ext cx="0" cy="304800"/>
              </a:xfrm>
              <a:custGeom>
                <a:avLst/>
                <a:gdLst>
                  <a:gd name="T0" fmla="*/ 0 h 304800"/>
                  <a:gd name="T1" fmla="*/ 304800 h 304800"/>
                  <a:gd name="T2" fmla="*/ 0 60000 65536"/>
                  <a:gd name="T3" fmla="*/ 0 60000 65536"/>
                  <a:gd name="T4" fmla="*/ 0 h 304800"/>
                  <a:gd name="T5" fmla="*/ 304800 h 304800"/>
                </a:gdLst>
                <a:ahLst/>
                <a:cxnLst>
                  <a:cxn ang="T2">
                    <a:pos x="0" y="T0"/>
                  </a:cxn>
                  <a:cxn ang="T3">
                    <a:pos x="0" y="T1"/>
                  </a:cxn>
                </a:cxnLst>
                <a:rect l="0" t="T4" r="0" b="T5"/>
                <a:pathLst>
                  <a:path h="304800">
                    <a:moveTo>
                      <a:pt x="0" y="0"/>
                    </a:moveTo>
                    <a:lnTo>
                      <a:pt x="0" y="304800"/>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87" name="object 288"/>
              <p:cNvSpPr>
                <a:spLocks/>
              </p:cNvSpPr>
              <p:nvPr/>
            </p:nvSpPr>
            <p:spPr bwMode="auto">
              <a:xfrm>
                <a:off x="2133600" y="5878830"/>
                <a:ext cx="4953000" cy="76200"/>
              </a:xfrm>
              <a:custGeom>
                <a:avLst/>
                <a:gdLst>
                  <a:gd name="T0" fmla="*/ 76200 w 4953000"/>
                  <a:gd name="T1" fmla="*/ 0 h 76200"/>
                  <a:gd name="T2" fmla="*/ 0 w 4953000"/>
                  <a:gd name="T3" fmla="*/ 38100 h 76200"/>
                  <a:gd name="T4" fmla="*/ 76200 w 4953000"/>
                  <a:gd name="T5" fmla="*/ 76200 h 76200"/>
                  <a:gd name="T6" fmla="*/ 45720 w 4953000"/>
                  <a:gd name="T7" fmla="*/ 38100 h 76200"/>
                  <a:gd name="T8" fmla="*/ 76200 w 4953000"/>
                  <a:gd name="T9" fmla="*/ 0 h 76200"/>
                  <a:gd name="T10" fmla="*/ 4892040 w 4953000"/>
                  <a:gd name="T11" fmla="*/ 27940 h 76200"/>
                  <a:gd name="T12" fmla="*/ 60960 w 4953000"/>
                  <a:gd name="T13" fmla="*/ 27940 h 76200"/>
                  <a:gd name="T14" fmla="*/ 60960 w 4953000"/>
                  <a:gd name="T15" fmla="*/ 46990 h 76200"/>
                  <a:gd name="T16" fmla="*/ 4892040 w 4953000"/>
                  <a:gd name="T17" fmla="*/ 46990 h 76200"/>
                  <a:gd name="T18" fmla="*/ 4892040 w 4953000"/>
                  <a:gd name="T19" fmla="*/ 27940 h 76200"/>
                  <a:gd name="T20" fmla="*/ 4953000 w 4953000"/>
                  <a:gd name="T21" fmla="*/ 38100 h 76200"/>
                  <a:gd name="T22" fmla="*/ 4876800 w 4953000"/>
                  <a:gd name="T23" fmla="*/ 0 h 76200"/>
                  <a:gd name="T24" fmla="*/ 4907280 w 4953000"/>
                  <a:gd name="T25" fmla="*/ 38100 h 76200"/>
                  <a:gd name="T26" fmla="*/ 4876800 w 4953000"/>
                  <a:gd name="T27" fmla="*/ 76200 h 76200"/>
                  <a:gd name="T28" fmla="*/ 4953000 w 4953000"/>
                  <a:gd name="T29" fmla="*/ 38100 h 762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53000"/>
                  <a:gd name="T46" fmla="*/ 0 h 76200"/>
                  <a:gd name="T47" fmla="*/ 4953000 w 4953000"/>
                  <a:gd name="T48" fmla="*/ 76200 h 762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53000" h="76200">
                    <a:moveTo>
                      <a:pt x="76200" y="0"/>
                    </a:moveTo>
                    <a:lnTo>
                      <a:pt x="0" y="38100"/>
                    </a:lnTo>
                    <a:lnTo>
                      <a:pt x="76200" y="76200"/>
                    </a:lnTo>
                    <a:lnTo>
                      <a:pt x="45720" y="38100"/>
                    </a:lnTo>
                    <a:lnTo>
                      <a:pt x="76200" y="0"/>
                    </a:lnTo>
                    <a:close/>
                  </a:path>
                  <a:path w="4953000" h="76200">
                    <a:moveTo>
                      <a:pt x="4892040" y="27940"/>
                    </a:moveTo>
                    <a:lnTo>
                      <a:pt x="60960" y="27940"/>
                    </a:lnTo>
                    <a:lnTo>
                      <a:pt x="60960" y="46990"/>
                    </a:lnTo>
                    <a:lnTo>
                      <a:pt x="4892040" y="46990"/>
                    </a:lnTo>
                    <a:lnTo>
                      <a:pt x="4892040" y="27940"/>
                    </a:lnTo>
                    <a:close/>
                  </a:path>
                  <a:path w="4953000" h="76200">
                    <a:moveTo>
                      <a:pt x="4953000" y="38100"/>
                    </a:moveTo>
                    <a:lnTo>
                      <a:pt x="4876800" y="0"/>
                    </a:lnTo>
                    <a:lnTo>
                      <a:pt x="4907280" y="38100"/>
                    </a:lnTo>
                    <a:lnTo>
                      <a:pt x="4876800" y="76200"/>
                    </a:lnTo>
                    <a:lnTo>
                      <a:pt x="4953000" y="38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grpSp>
        <p:sp>
          <p:nvSpPr>
            <p:cNvPr id="588" name="object 289"/>
            <p:cNvSpPr txBox="1"/>
            <p:nvPr/>
          </p:nvSpPr>
          <p:spPr>
            <a:xfrm>
              <a:off x="3941763" y="5645150"/>
              <a:ext cx="1109662" cy="166712"/>
            </a:xfrm>
            <a:prstGeom prst="rect">
              <a:avLst/>
            </a:prstGeom>
          </p:spPr>
          <p:txBody>
            <a:bodyPr lIns="0" tIns="12700" rIns="0" bIns="0">
              <a:spAutoFit/>
            </a:bodyPr>
            <a:lstStyle/>
            <a:p>
              <a:pPr marL="12700">
                <a:spcBef>
                  <a:spcPts val="100"/>
                </a:spcBef>
                <a:defRPr/>
              </a:pPr>
              <a:r>
                <a:rPr sz="1000" b="1" spc="-5" dirty="0">
                  <a:latin typeface="Times New Roman" pitchFamily="18" charset="0"/>
                  <a:cs typeface="Times New Roman" pitchFamily="18" charset="0"/>
                </a:rPr>
                <a:t>Hub and</a:t>
              </a:r>
              <a:r>
                <a:rPr sz="1000" b="1" spc="-45" dirty="0">
                  <a:latin typeface="Times New Roman" pitchFamily="18" charset="0"/>
                  <a:cs typeface="Times New Roman" pitchFamily="18" charset="0"/>
                </a:rPr>
                <a:t> </a:t>
              </a:r>
              <a:r>
                <a:rPr sz="1000" b="1" spc="-10" dirty="0">
                  <a:latin typeface="Times New Roman" pitchFamily="18" charset="0"/>
                  <a:cs typeface="Times New Roman" pitchFamily="18" charset="0"/>
                </a:rPr>
                <a:t>Repeater</a:t>
              </a:r>
              <a:endParaRPr sz="1000" b="1">
                <a:latin typeface="Times New Roman" pitchFamily="18" charset="0"/>
                <a:cs typeface="Times New Roman" pitchFamily="18" charset="0"/>
              </a:endParaRPr>
            </a:p>
          </p:txBody>
        </p:sp>
        <p:grpSp>
          <p:nvGrpSpPr>
            <p:cNvPr id="589" name="object 290"/>
            <p:cNvGrpSpPr>
              <a:grpSpLocks/>
            </p:cNvGrpSpPr>
            <p:nvPr/>
          </p:nvGrpSpPr>
          <p:grpSpPr bwMode="auto">
            <a:xfrm>
              <a:off x="2438400" y="4295775"/>
              <a:ext cx="4343400" cy="390525"/>
              <a:chOff x="2438400" y="4295547"/>
              <a:chExt cx="4343400" cy="390525"/>
            </a:xfrm>
          </p:grpSpPr>
          <p:sp>
            <p:nvSpPr>
              <p:cNvPr id="590" name="object 291"/>
              <p:cNvSpPr>
                <a:spLocks/>
              </p:cNvSpPr>
              <p:nvPr/>
            </p:nvSpPr>
            <p:spPr bwMode="auto">
              <a:xfrm>
                <a:off x="2438400" y="4414519"/>
                <a:ext cx="4343400" cy="76200"/>
              </a:xfrm>
              <a:custGeom>
                <a:avLst/>
                <a:gdLst>
                  <a:gd name="T0" fmla="*/ 74930 w 4343400"/>
                  <a:gd name="T1" fmla="*/ 0 h 76200"/>
                  <a:gd name="T2" fmla="*/ 0 w 4343400"/>
                  <a:gd name="T3" fmla="*/ 38100 h 76200"/>
                  <a:gd name="T4" fmla="*/ 74930 w 4343400"/>
                  <a:gd name="T5" fmla="*/ 76200 h 76200"/>
                  <a:gd name="T6" fmla="*/ 45720 w 4343400"/>
                  <a:gd name="T7" fmla="*/ 38100 h 76200"/>
                  <a:gd name="T8" fmla="*/ 74930 w 4343400"/>
                  <a:gd name="T9" fmla="*/ 0 h 76200"/>
                  <a:gd name="T10" fmla="*/ 4282440 w 4343400"/>
                  <a:gd name="T11" fmla="*/ 29210 h 76200"/>
                  <a:gd name="T12" fmla="*/ 60960 w 4343400"/>
                  <a:gd name="T13" fmla="*/ 29210 h 76200"/>
                  <a:gd name="T14" fmla="*/ 60960 w 4343400"/>
                  <a:gd name="T15" fmla="*/ 48260 h 76200"/>
                  <a:gd name="T16" fmla="*/ 4282440 w 4343400"/>
                  <a:gd name="T17" fmla="*/ 48260 h 76200"/>
                  <a:gd name="T18" fmla="*/ 4282440 w 4343400"/>
                  <a:gd name="T19" fmla="*/ 29210 h 76200"/>
                  <a:gd name="T20" fmla="*/ 4343400 w 4343400"/>
                  <a:gd name="T21" fmla="*/ 38100 h 76200"/>
                  <a:gd name="T22" fmla="*/ 4267200 w 4343400"/>
                  <a:gd name="T23" fmla="*/ 0 h 76200"/>
                  <a:gd name="T24" fmla="*/ 4297680 w 4343400"/>
                  <a:gd name="T25" fmla="*/ 38100 h 76200"/>
                  <a:gd name="T26" fmla="*/ 4267200 w 4343400"/>
                  <a:gd name="T27" fmla="*/ 76200 h 76200"/>
                  <a:gd name="T28" fmla="*/ 4343400 w 4343400"/>
                  <a:gd name="T29" fmla="*/ 38100 h 762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43400"/>
                  <a:gd name="T46" fmla="*/ 0 h 76200"/>
                  <a:gd name="T47" fmla="*/ 4343400 w 4343400"/>
                  <a:gd name="T48" fmla="*/ 76200 h 762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43400" h="76200">
                    <a:moveTo>
                      <a:pt x="74930" y="0"/>
                    </a:moveTo>
                    <a:lnTo>
                      <a:pt x="0" y="38100"/>
                    </a:lnTo>
                    <a:lnTo>
                      <a:pt x="74930" y="76200"/>
                    </a:lnTo>
                    <a:lnTo>
                      <a:pt x="45720" y="38100"/>
                    </a:lnTo>
                    <a:lnTo>
                      <a:pt x="74930" y="0"/>
                    </a:lnTo>
                    <a:close/>
                  </a:path>
                  <a:path w="4343400" h="76200">
                    <a:moveTo>
                      <a:pt x="4282440" y="29210"/>
                    </a:moveTo>
                    <a:lnTo>
                      <a:pt x="60960" y="29210"/>
                    </a:lnTo>
                    <a:lnTo>
                      <a:pt x="60960" y="48260"/>
                    </a:lnTo>
                    <a:lnTo>
                      <a:pt x="4282440" y="48260"/>
                    </a:lnTo>
                    <a:lnTo>
                      <a:pt x="4282440" y="29210"/>
                    </a:lnTo>
                    <a:close/>
                  </a:path>
                  <a:path w="4343400" h="76200">
                    <a:moveTo>
                      <a:pt x="4343400" y="38100"/>
                    </a:moveTo>
                    <a:lnTo>
                      <a:pt x="4267200" y="0"/>
                    </a:lnTo>
                    <a:lnTo>
                      <a:pt x="4297680" y="38100"/>
                    </a:lnTo>
                    <a:lnTo>
                      <a:pt x="4267200" y="76200"/>
                    </a:lnTo>
                    <a:lnTo>
                      <a:pt x="4343400" y="38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91" name="object 292"/>
              <p:cNvSpPr>
                <a:spLocks/>
              </p:cNvSpPr>
              <p:nvPr/>
            </p:nvSpPr>
            <p:spPr bwMode="auto">
              <a:xfrm>
                <a:off x="3962400" y="4300219"/>
                <a:ext cx="1143000" cy="381000"/>
              </a:xfrm>
              <a:custGeom>
                <a:avLst/>
                <a:gdLst>
                  <a:gd name="T0" fmla="*/ 962660 w 1143000"/>
                  <a:gd name="T1" fmla="*/ 0 h 381000"/>
                  <a:gd name="T2" fmla="*/ 179070 w 1143000"/>
                  <a:gd name="T3" fmla="*/ 0 h 381000"/>
                  <a:gd name="T4" fmla="*/ 134496 w 1143000"/>
                  <a:gd name="T5" fmla="*/ 7496 h 381000"/>
                  <a:gd name="T6" fmla="*/ 92568 w 1143000"/>
                  <a:gd name="T7" fmla="*/ 28222 h 381000"/>
                  <a:gd name="T8" fmla="*/ 55721 w 1143000"/>
                  <a:gd name="T9" fmla="*/ 59531 h 381000"/>
                  <a:gd name="T10" fmla="*/ 26387 w 1143000"/>
                  <a:gd name="T11" fmla="*/ 98777 h 381000"/>
                  <a:gd name="T12" fmla="*/ 7002 w 1143000"/>
                  <a:gd name="T13" fmla="*/ 143315 h 381000"/>
                  <a:gd name="T14" fmla="*/ 0 w 1143000"/>
                  <a:gd name="T15" fmla="*/ 190499 h 381000"/>
                  <a:gd name="T16" fmla="*/ 7002 w 1143000"/>
                  <a:gd name="T17" fmla="*/ 237684 h 381000"/>
                  <a:gd name="T18" fmla="*/ 26387 w 1143000"/>
                  <a:gd name="T19" fmla="*/ 282222 h 381000"/>
                  <a:gd name="T20" fmla="*/ 55721 w 1143000"/>
                  <a:gd name="T21" fmla="*/ 321468 h 381000"/>
                  <a:gd name="T22" fmla="*/ 92568 w 1143000"/>
                  <a:gd name="T23" fmla="*/ 352777 h 381000"/>
                  <a:gd name="T24" fmla="*/ 134496 w 1143000"/>
                  <a:gd name="T25" fmla="*/ 373503 h 381000"/>
                  <a:gd name="T26" fmla="*/ 179070 w 1143000"/>
                  <a:gd name="T27" fmla="*/ 380999 h 381000"/>
                  <a:gd name="T28" fmla="*/ 962660 w 1143000"/>
                  <a:gd name="T29" fmla="*/ 380999 h 381000"/>
                  <a:gd name="T30" fmla="*/ 1007327 w 1143000"/>
                  <a:gd name="T31" fmla="*/ 373503 h 381000"/>
                  <a:gd name="T32" fmla="*/ 1049490 w 1143000"/>
                  <a:gd name="T33" fmla="*/ 352777 h 381000"/>
                  <a:gd name="T34" fmla="*/ 1086643 w 1143000"/>
                  <a:gd name="T35" fmla="*/ 321468 h 381000"/>
                  <a:gd name="T36" fmla="*/ 1116282 w 1143000"/>
                  <a:gd name="T37" fmla="*/ 282222 h 381000"/>
                  <a:gd name="T38" fmla="*/ 1135903 w 1143000"/>
                  <a:gd name="T39" fmla="*/ 237684 h 381000"/>
                  <a:gd name="T40" fmla="*/ 1143000 w 1143000"/>
                  <a:gd name="T41" fmla="*/ 190499 h 381000"/>
                  <a:gd name="T42" fmla="*/ 1135903 w 1143000"/>
                  <a:gd name="T43" fmla="*/ 143315 h 381000"/>
                  <a:gd name="T44" fmla="*/ 1116282 w 1143000"/>
                  <a:gd name="T45" fmla="*/ 98777 h 381000"/>
                  <a:gd name="T46" fmla="*/ 1086643 w 1143000"/>
                  <a:gd name="T47" fmla="*/ 59531 h 381000"/>
                  <a:gd name="T48" fmla="*/ 1049490 w 1143000"/>
                  <a:gd name="T49" fmla="*/ 28222 h 381000"/>
                  <a:gd name="T50" fmla="*/ 1007327 w 1143000"/>
                  <a:gd name="T51" fmla="*/ 7496 h 381000"/>
                  <a:gd name="T52" fmla="*/ 962660 w 1143000"/>
                  <a:gd name="T53" fmla="*/ 0 h 3810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143000"/>
                  <a:gd name="T82" fmla="*/ 0 h 381000"/>
                  <a:gd name="T83" fmla="*/ 1143000 w 1143000"/>
                  <a:gd name="T84" fmla="*/ 381000 h 3810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143000" h="381000">
                    <a:moveTo>
                      <a:pt x="962660" y="0"/>
                    </a:moveTo>
                    <a:lnTo>
                      <a:pt x="179070" y="0"/>
                    </a:lnTo>
                    <a:lnTo>
                      <a:pt x="134496" y="7496"/>
                    </a:lnTo>
                    <a:lnTo>
                      <a:pt x="92568" y="28222"/>
                    </a:lnTo>
                    <a:lnTo>
                      <a:pt x="55721" y="59531"/>
                    </a:lnTo>
                    <a:lnTo>
                      <a:pt x="26387" y="98777"/>
                    </a:lnTo>
                    <a:lnTo>
                      <a:pt x="7002" y="143315"/>
                    </a:lnTo>
                    <a:lnTo>
                      <a:pt x="0" y="190499"/>
                    </a:lnTo>
                    <a:lnTo>
                      <a:pt x="7002" y="237684"/>
                    </a:lnTo>
                    <a:lnTo>
                      <a:pt x="26387" y="282222"/>
                    </a:lnTo>
                    <a:lnTo>
                      <a:pt x="55721" y="321468"/>
                    </a:lnTo>
                    <a:lnTo>
                      <a:pt x="92568" y="352777"/>
                    </a:lnTo>
                    <a:lnTo>
                      <a:pt x="134496" y="373503"/>
                    </a:lnTo>
                    <a:lnTo>
                      <a:pt x="179070" y="380999"/>
                    </a:lnTo>
                    <a:lnTo>
                      <a:pt x="962660" y="380999"/>
                    </a:lnTo>
                    <a:lnTo>
                      <a:pt x="1007327" y="373503"/>
                    </a:lnTo>
                    <a:lnTo>
                      <a:pt x="1049490" y="352777"/>
                    </a:lnTo>
                    <a:lnTo>
                      <a:pt x="1086643" y="321468"/>
                    </a:lnTo>
                    <a:lnTo>
                      <a:pt x="1116282" y="282222"/>
                    </a:lnTo>
                    <a:lnTo>
                      <a:pt x="1135903" y="237684"/>
                    </a:lnTo>
                    <a:lnTo>
                      <a:pt x="1143000" y="190499"/>
                    </a:lnTo>
                    <a:lnTo>
                      <a:pt x="1135903" y="143315"/>
                    </a:lnTo>
                    <a:lnTo>
                      <a:pt x="1116282" y="98777"/>
                    </a:lnTo>
                    <a:lnTo>
                      <a:pt x="1086643" y="59531"/>
                    </a:lnTo>
                    <a:lnTo>
                      <a:pt x="1049490" y="28222"/>
                    </a:lnTo>
                    <a:lnTo>
                      <a:pt x="1007327" y="7496"/>
                    </a:lnTo>
                    <a:lnTo>
                      <a:pt x="96266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92" name="object 293"/>
              <p:cNvSpPr>
                <a:spLocks/>
              </p:cNvSpPr>
              <p:nvPr/>
            </p:nvSpPr>
            <p:spPr bwMode="auto">
              <a:xfrm>
                <a:off x="3962400" y="4300219"/>
                <a:ext cx="1143000" cy="381000"/>
              </a:xfrm>
              <a:custGeom>
                <a:avLst/>
                <a:gdLst>
                  <a:gd name="T0" fmla="*/ 962660 w 1143000"/>
                  <a:gd name="T1" fmla="*/ 0 h 381000"/>
                  <a:gd name="T2" fmla="*/ 1007327 w 1143000"/>
                  <a:gd name="T3" fmla="*/ 7496 h 381000"/>
                  <a:gd name="T4" fmla="*/ 1049490 w 1143000"/>
                  <a:gd name="T5" fmla="*/ 28222 h 381000"/>
                  <a:gd name="T6" fmla="*/ 1086643 w 1143000"/>
                  <a:gd name="T7" fmla="*/ 59531 h 381000"/>
                  <a:gd name="T8" fmla="*/ 1116282 w 1143000"/>
                  <a:gd name="T9" fmla="*/ 98777 h 381000"/>
                  <a:gd name="T10" fmla="*/ 1135903 w 1143000"/>
                  <a:gd name="T11" fmla="*/ 143315 h 381000"/>
                  <a:gd name="T12" fmla="*/ 1143000 w 1143000"/>
                  <a:gd name="T13" fmla="*/ 190499 h 381000"/>
                  <a:gd name="T14" fmla="*/ 1135903 w 1143000"/>
                  <a:gd name="T15" fmla="*/ 237684 h 381000"/>
                  <a:gd name="T16" fmla="*/ 1116282 w 1143000"/>
                  <a:gd name="T17" fmla="*/ 282222 h 381000"/>
                  <a:gd name="T18" fmla="*/ 1086643 w 1143000"/>
                  <a:gd name="T19" fmla="*/ 321468 h 381000"/>
                  <a:gd name="T20" fmla="*/ 1049490 w 1143000"/>
                  <a:gd name="T21" fmla="*/ 352777 h 381000"/>
                  <a:gd name="T22" fmla="*/ 1007327 w 1143000"/>
                  <a:gd name="T23" fmla="*/ 373503 h 381000"/>
                  <a:gd name="T24" fmla="*/ 962660 w 1143000"/>
                  <a:gd name="T25" fmla="*/ 380999 h 381000"/>
                  <a:gd name="T26" fmla="*/ 179070 w 1143000"/>
                  <a:gd name="T27" fmla="*/ 380999 h 381000"/>
                  <a:gd name="T28" fmla="*/ 134496 w 1143000"/>
                  <a:gd name="T29" fmla="*/ 373503 h 381000"/>
                  <a:gd name="T30" fmla="*/ 92568 w 1143000"/>
                  <a:gd name="T31" fmla="*/ 352777 h 381000"/>
                  <a:gd name="T32" fmla="*/ 55721 w 1143000"/>
                  <a:gd name="T33" fmla="*/ 321468 h 381000"/>
                  <a:gd name="T34" fmla="*/ 26387 w 1143000"/>
                  <a:gd name="T35" fmla="*/ 282222 h 381000"/>
                  <a:gd name="T36" fmla="*/ 7002 w 1143000"/>
                  <a:gd name="T37" fmla="*/ 237684 h 381000"/>
                  <a:gd name="T38" fmla="*/ 0 w 1143000"/>
                  <a:gd name="T39" fmla="*/ 190499 h 381000"/>
                  <a:gd name="T40" fmla="*/ 7002 w 1143000"/>
                  <a:gd name="T41" fmla="*/ 143315 h 381000"/>
                  <a:gd name="T42" fmla="*/ 26387 w 1143000"/>
                  <a:gd name="T43" fmla="*/ 98777 h 381000"/>
                  <a:gd name="T44" fmla="*/ 55721 w 1143000"/>
                  <a:gd name="T45" fmla="*/ 59531 h 381000"/>
                  <a:gd name="T46" fmla="*/ 92568 w 1143000"/>
                  <a:gd name="T47" fmla="*/ 28222 h 381000"/>
                  <a:gd name="T48" fmla="*/ 134496 w 1143000"/>
                  <a:gd name="T49" fmla="*/ 7496 h 381000"/>
                  <a:gd name="T50" fmla="*/ 179070 w 1143000"/>
                  <a:gd name="T51" fmla="*/ 0 h 381000"/>
                  <a:gd name="T52" fmla="*/ 962660 w 1143000"/>
                  <a:gd name="T53" fmla="*/ 0 h 3810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143000"/>
                  <a:gd name="T82" fmla="*/ 0 h 381000"/>
                  <a:gd name="T83" fmla="*/ 1143000 w 1143000"/>
                  <a:gd name="T84" fmla="*/ 381000 h 3810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143000" h="381000">
                    <a:moveTo>
                      <a:pt x="962660" y="0"/>
                    </a:moveTo>
                    <a:lnTo>
                      <a:pt x="1007327" y="7496"/>
                    </a:lnTo>
                    <a:lnTo>
                      <a:pt x="1049490" y="28222"/>
                    </a:lnTo>
                    <a:lnTo>
                      <a:pt x="1086643" y="59531"/>
                    </a:lnTo>
                    <a:lnTo>
                      <a:pt x="1116282" y="98777"/>
                    </a:lnTo>
                    <a:lnTo>
                      <a:pt x="1135903" y="143315"/>
                    </a:lnTo>
                    <a:lnTo>
                      <a:pt x="1143000" y="190499"/>
                    </a:lnTo>
                    <a:lnTo>
                      <a:pt x="1135903" y="237684"/>
                    </a:lnTo>
                    <a:lnTo>
                      <a:pt x="1116282" y="282222"/>
                    </a:lnTo>
                    <a:lnTo>
                      <a:pt x="1086643" y="321468"/>
                    </a:lnTo>
                    <a:lnTo>
                      <a:pt x="1049490" y="352777"/>
                    </a:lnTo>
                    <a:lnTo>
                      <a:pt x="1007327" y="373503"/>
                    </a:lnTo>
                    <a:lnTo>
                      <a:pt x="962660" y="380999"/>
                    </a:lnTo>
                    <a:lnTo>
                      <a:pt x="179070" y="380999"/>
                    </a:lnTo>
                    <a:lnTo>
                      <a:pt x="134496" y="373503"/>
                    </a:lnTo>
                    <a:lnTo>
                      <a:pt x="92568" y="352777"/>
                    </a:lnTo>
                    <a:lnTo>
                      <a:pt x="55721" y="321468"/>
                    </a:lnTo>
                    <a:lnTo>
                      <a:pt x="26387" y="282222"/>
                    </a:lnTo>
                    <a:lnTo>
                      <a:pt x="7002" y="237684"/>
                    </a:lnTo>
                    <a:lnTo>
                      <a:pt x="0" y="190499"/>
                    </a:lnTo>
                    <a:lnTo>
                      <a:pt x="7002" y="143315"/>
                    </a:lnTo>
                    <a:lnTo>
                      <a:pt x="26387" y="98777"/>
                    </a:lnTo>
                    <a:lnTo>
                      <a:pt x="55721" y="59531"/>
                    </a:lnTo>
                    <a:lnTo>
                      <a:pt x="92568" y="28222"/>
                    </a:lnTo>
                    <a:lnTo>
                      <a:pt x="134496" y="7496"/>
                    </a:lnTo>
                    <a:lnTo>
                      <a:pt x="179070" y="0"/>
                    </a:lnTo>
                    <a:lnTo>
                      <a:pt x="962660" y="0"/>
                    </a:lnTo>
                    <a:close/>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sp>
            <p:nvSpPr>
              <p:cNvPr id="593" name="object 294"/>
              <p:cNvSpPr>
                <a:spLocks/>
              </p:cNvSpPr>
              <p:nvPr/>
            </p:nvSpPr>
            <p:spPr bwMode="auto">
              <a:xfrm>
                <a:off x="4745989" y="4300219"/>
                <a:ext cx="179070" cy="381000"/>
              </a:xfrm>
              <a:custGeom>
                <a:avLst/>
                <a:gdLst>
                  <a:gd name="T0" fmla="*/ 179070 w 179070"/>
                  <a:gd name="T1" fmla="*/ 0 h 381000"/>
                  <a:gd name="T2" fmla="*/ 134496 w 179070"/>
                  <a:gd name="T3" fmla="*/ 7496 h 381000"/>
                  <a:gd name="T4" fmla="*/ 92568 w 179070"/>
                  <a:gd name="T5" fmla="*/ 28222 h 381000"/>
                  <a:gd name="T6" fmla="*/ 55721 w 179070"/>
                  <a:gd name="T7" fmla="*/ 59531 h 381000"/>
                  <a:gd name="T8" fmla="*/ 26387 w 179070"/>
                  <a:gd name="T9" fmla="*/ 98777 h 381000"/>
                  <a:gd name="T10" fmla="*/ 7002 w 179070"/>
                  <a:gd name="T11" fmla="*/ 143315 h 381000"/>
                  <a:gd name="T12" fmla="*/ 0 w 179070"/>
                  <a:gd name="T13" fmla="*/ 190499 h 381000"/>
                  <a:gd name="T14" fmla="*/ 7002 w 179070"/>
                  <a:gd name="T15" fmla="*/ 237684 h 381000"/>
                  <a:gd name="T16" fmla="*/ 26387 w 179070"/>
                  <a:gd name="T17" fmla="*/ 282222 h 381000"/>
                  <a:gd name="T18" fmla="*/ 55721 w 179070"/>
                  <a:gd name="T19" fmla="*/ 321468 h 381000"/>
                  <a:gd name="T20" fmla="*/ 92568 w 179070"/>
                  <a:gd name="T21" fmla="*/ 352777 h 381000"/>
                  <a:gd name="T22" fmla="*/ 134496 w 179070"/>
                  <a:gd name="T23" fmla="*/ 373503 h 381000"/>
                  <a:gd name="T24" fmla="*/ 179070 w 179070"/>
                  <a:gd name="T25" fmla="*/ 380999 h 381000"/>
                  <a:gd name="T26" fmla="*/ 179070 w 179070"/>
                  <a:gd name="T27" fmla="*/ 0 h 3810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9070"/>
                  <a:gd name="T43" fmla="*/ 0 h 381000"/>
                  <a:gd name="T44" fmla="*/ 179070 w 179070"/>
                  <a:gd name="T45" fmla="*/ 381000 h 3810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9070" h="381000">
                    <a:moveTo>
                      <a:pt x="179070" y="0"/>
                    </a:moveTo>
                    <a:lnTo>
                      <a:pt x="134496" y="7496"/>
                    </a:lnTo>
                    <a:lnTo>
                      <a:pt x="92568" y="28222"/>
                    </a:lnTo>
                    <a:lnTo>
                      <a:pt x="55721" y="59531"/>
                    </a:lnTo>
                    <a:lnTo>
                      <a:pt x="26387" y="98777"/>
                    </a:lnTo>
                    <a:lnTo>
                      <a:pt x="7002" y="143315"/>
                    </a:lnTo>
                    <a:lnTo>
                      <a:pt x="0" y="190499"/>
                    </a:lnTo>
                    <a:lnTo>
                      <a:pt x="7002" y="237684"/>
                    </a:lnTo>
                    <a:lnTo>
                      <a:pt x="26387" y="282222"/>
                    </a:lnTo>
                    <a:lnTo>
                      <a:pt x="55721" y="321468"/>
                    </a:lnTo>
                    <a:lnTo>
                      <a:pt x="92568" y="352777"/>
                    </a:lnTo>
                    <a:lnTo>
                      <a:pt x="134496" y="373503"/>
                    </a:lnTo>
                    <a:lnTo>
                      <a:pt x="179070" y="380999"/>
                    </a:lnTo>
                    <a:lnTo>
                      <a:pt x="179070" y="0"/>
                    </a:lnTo>
                    <a:close/>
                  </a:path>
                </a:pathLst>
              </a:custGeom>
              <a:solidFill>
                <a:srgbClr val="CC9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b="1">
                  <a:latin typeface="Times New Roman" pitchFamily="18" charset="0"/>
                  <a:cs typeface="Times New Roman" pitchFamily="18" charset="0"/>
                </a:endParaRPr>
              </a:p>
            </p:txBody>
          </p:sp>
          <p:sp>
            <p:nvSpPr>
              <p:cNvPr id="594" name="object 295"/>
              <p:cNvSpPr>
                <a:spLocks/>
              </p:cNvSpPr>
              <p:nvPr/>
            </p:nvSpPr>
            <p:spPr bwMode="auto">
              <a:xfrm>
                <a:off x="4745989" y="4300219"/>
                <a:ext cx="179070" cy="381000"/>
              </a:xfrm>
              <a:custGeom>
                <a:avLst/>
                <a:gdLst>
                  <a:gd name="T0" fmla="*/ 179070 w 179070"/>
                  <a:gd name="T1" fmla="*/ 0 h 381000"/>
                  <a:gd name="T2" fmla="*/ 134496 w 179070"/>
                  <a:gd name="T3" fmla="*/ 7496 h 381000"/>
                  <a:gd name="T4" fmla="*/ 92568 w 179070"/>
                  <a:gd name="T5" fmla="*/ 28222 h 381000"/>
                  <a:gd name="T6" fmla="*/ 55721 w 179070"/>
                  <a:gd name="T7" fmla="*/ 59531 h 381000"/>
                  <a:gd name="T8" fmla="*/ 26387 w 179070"/>
                  <a:gd name="T9" fmla="*/ 98777 h 381000"/>
                  <a:gd name="T10" fmla="*/ 7002 w 179070"/>
                  <a:gd name="T11" fmla="*/ 143315 h 381000"/>
                  <a:gd name="T12" fmla="*/ 0 w 179070"/>
                  <a:gd name="T13" fmla="*/ 190499 h 381000"/>
                  <a:gd name="T14" fmla="*/ 7002 w 179070"/>
                  <a:gd name="T15" fmla="*/ 237684 h 381000"/>
                  <a:gd name="T16" fmla="*/ 26387 w 179070"/>
                  <a:gd name="T17" fmla="*/ 282222 h 381000"/>
                  <a:gd name="T18" fmla="*/ 55721 w 179070"/>
                  <a:gd name="T19" fmla="*/ 321468 h 381000"/>
                  <a:gd name="T20" fmla="*/ 92568 w 179070"/>
                  <a:gd name="T21" fmla="*/ 352777 h 381000"/>
                  <a:gd name="T22" fmla="*/ 134496 w 179070"/>
                  <a:gd name="T23" fmla="*/ 373503 h 381000"/>
                  <a:gd name="T24" fmla="*/ 179070 w 179070"/>
                  <a:gd name="T25" fmla="*/ 380999 h 381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9070"/>
                  <a:gd name="T40" fmla="*/ 0 h 381000"/>
                  <a:gd name="T41" fmla="*/ 179070 w 179070"/>
                  <a:gd name="T42" fmla="*/ 381000 h 381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9070" h="381000">
                    <a:moveTo>
                      <a:pt x="179070" y="0"/>
                    </a:moveTo>
                    <a:lnTo>
                      <a:pt x="134496" y="7496"/>
                    </a:lnTo>
                    <a:lnTo>
                      <a:pt x="92568" y="28222"/>
                    </a:lnTo>
                    <a:lnTo>
                      <a:pt x="55721" y="59531"/>
                    </a:lnTo>
                    <a:lnTo>
                      <a:pt x="26387" y="98777"/>
                    </a:lnTo>
                    <a:lnTo>
                      <a:pt x="7002" y="143315"/>
                    </a:lnTo>
                    <a:lnTo>
                      <a:pt x="0" y="190499"/>
                    </a:lnTo>
                    <a:lnTo>
                      <a:pt x="7002" y="237684"/>
                    </a:lnTo>
                    <a:lnTo>
                      <a:pt x="26387" y="282222"/>
                    </a:lnTo>
                    <a:lnTo>
                      <a:pt x="55721" y="321468"/>
                    </a:lnTo>
                    <a:lnTo>
                      <a:pt x="92568" y="352777"/>
                    </a:lnTo>
                    <a:lnTo>
                      <a:pt x="134496" y="373503"/>
                    </a:lnTo>
                    <a:lnTo>
                      <a:pt x="179070" y="380999"/>
                    </a:lnTo>
                  </a:path>
                </a:pathLst>
              </a:custGeom>
              <a:noFill/>
              <a:ln w="93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b="1">
                  <a:latin typeface="Times New Roman" pitchFamily="18" charset="0"/>
                  <a:cs typeface="Times New Roman" pitchFamily="18" charset="0"/>
                </a:endParaRPr>
              </a:p>
            </p:txBody>
          </p:sp>
        </p:grpSp>
        <p:sp>
          <p:nvSpPr>
            <p:cNvPr id="595" name="object 296"/>
            <p:cNvSpPr txBox="1"/>
            <p:nvPr/>
          </p:nvSpPr>
          <p:spPr>
            <a:xfrm>
              <a:off x="4219575" y="4402138"/>
              <a:ext cx="433388" cy="166712"/>
            </a:xfrm>
            <a:prstGeom prst="rect">
              <a:avLst/>
            </a:prstGeom>
          </p:spPr>
          <p:txBody>
            <a:bodyPr lIns="0" tIns="12700" rIns="0" bIns="0">
              <a:spAutoFit/>
            </a:bodyPr>
            <a:lstStyle/>
            <a:p>
              <a:pPr marL="12700">
                <a:spcBef>
                  <a:spcPts val="100"/>
                </a:spcBef>
                <a:defRPr/>
              </a:pPr>
              <a:r>
                <a:rPr sz="1000" b="1" spc="-5" dirty="0">
                  <a:solidFill>
                    <a:srgbClr val="333300"/>
                  </a:solidFill>
                  <a:latin typeface="Times New Roman" pitchFamily="18" charset="0"/>
                  <a:cs typeface="Times New Roman" pitchFamily="18" charset="0"/>
                </a:rPr>
                <a:t>Ro</a:t>
              </a:r>
              <a:r>
                <a:rPr sz="1000" b="1" spc="5" dirty="0">
                  <a:solidFill>
                    <a:srgbClr val="333300"/>
                  </a:solidFill>
                  <a:latin typeface="Times New Roman" pitchFamily="18" charset="0"/>
                  <a:cs typeface="Times New Roman" pitchFamily="18" charset="0"/>
                </a:rPr>
                <a:t>u</a:t>
              </a:r>
              <a:r>
                <a:rPr sz="1000" b="1" spc="-5" dirty="0">
                  <a:solidFill>
                    <a:srgbClr val="333300"/>
                  </a:solidFill>
                  <a:latin typeface="Times New Roman" pitchFamily="18" charset="0"/>
                  <a:cs typeface="Times New Roman" pitchFamily="18" charset="0"/>
                </a:rPr>
                <a:t>t</a:t>
              </a:r>
              <a:r>
                <a:rPr sz="1000" b="1" spc="-10" dirty="0">
                  <a:solidFill>
                    <a:srgbClr val="333300"/>
                  </a:solidFill>
                  <a:latin typeface="Times New Roman" pitchFamily="18" charset="0"/>
                  <a:cs typeface="Times New Roman" pitchFamily="18" charset="0"/>
                </a:rPr>
                <a:t>e</a:t>
              </a:r>
              <a:r>
                <a:rPr sz="1000" b="1" dirty="0">
                  <a:solidFill>
                    <a:srgbClr val="333300"/>
                  </a:solidFill>
                  <a:latin typeface="Times New Roman" pitchFamily="18" charset="0"/>
                  <a:cs typeface="Times New Roman" pitchFamily="18" charset="0"/>
                </a:rPr>
                <a:t>r</a:t>
              </a:r>
              <a:endParaRPr sz="1000" b="1" dirty="0">
                <a:latin typeface="Times New Roman" pitchFamily="18" charset="0"/>
                <a:cs typeface="Times New Roman" pitchFamily="18" charset="0"/>
              </a:endParaRPr>
            </a:p>
          </p:txBody>
        </p:sp>
        <p:sp>
          <p:nvSpPr>
            <p:cNvPr id="596" name="object 297"/>
            <p:cNvSpPr txBox="1"/>
            <p:nvPr/>
          </p:nvSpPr>
          <p:spPr>
            <a:xfrm>
              <a:off x="2668588" y="4257675"/>
              <a:ext cx="1233487" cy="166712"/>
            </a:xfrm>
            <a:prstGeom prst="rect">
              <a:avLst/>
            </a:prstGeom>
          </p:spPr>
          <p:txBody>
            <a:bodyPr lIns="0" tIns="12700" rIns="0" bIns="0">
              <a:spAutoFit/>
            </a:bodyPr>
            <a:lstStyle/>
            <a:p>
              <a:pPr marL="12700">
                <a:spcBef>
                  <a:spcPts val="100"/>
                </a:spcBef>
                <a:defRPr/>
              </a:pPr>
              <a:r>
                <a:rPr sz="1000" b="1" spc="-5" dirty="0">
                  <a:latin typeface="Times New Roman" pitchFamily="18" charset="0"/>
                  <a:cs typeface="Times New Roman" pitchFamily="18" charset="0"/>
                </a:rPr>
                <a:t>Source </a:t>
              </a:r>
              <a:r>
                <a:rPr sz="1000" b="1" dirty="0">
                  <a:latin typeface="Times New Roman" pitchFamily="18" charset="0"/>
                  <a:cs typeface="Times New Roman" pitchFamily="18" charset="0"/>
                </a:rPr>
                <a:t>to</a:t>
              </a:r>
              <a:r>
                <a:rPr sz="1000" b="1" spc="-45" dirty="0">
                  <a:latin typeface="Times New Roman" pitchFamily="18" charset="0"/>
                  <a:cs typeface="Times New Roman" pitchFamily="18" charset="0"/>
                </a:rPr>
                <a:t> </a:t>
              </a:r>
              <a:r>
                <a:rPr sz="1000" b="1" spc="-10" dirty="0">
                  <a:latin typeface="Times New Roman" pitchFamily="18" charset="0"/>
                  <a:cs typeface="Times New Roman" pitchFamily="18" charset="0"/>
                </a:rPr>
                <a:t>Destination</a:t>
              </a:r>
              <a:endParaRPr sz="1000" b="1">
                <a:latin typeface="Times New Roman" pitchFamily="18" charset="0"/>
                <a:cs typeface="Times New Roman" pitchFamily="18" charset="0"/>
              </a:endParaRPr>
            </a:p>
          </p:txBody>
        </p:sp>
        <p:sp>
          <p:nvSpPr>
            <p:cNvPr id="597" name="object 298"/>
            <p:cNvSpPr txBox="1"/>
            <p:nvPr/>
          </p:nvSpPr>
          <p:spPr>
            <a:xfrm>
              <a:off x="5259388" y="4486275"/>
              <a:ext cx="1233487" cy="166712"/>
            </a:xfrm>
            <a:prstGeom prst="rect">
              <a:avLst/>
            </a:prstGeom>
          </p:spPr>
          <p:txBody>
            <a:bodyPr lIns="0" tIns="12700" rIns="0" bIns="0">
              <a:spAutoFit/>
            </a:bodyPr>
            <a:lstStyle/>
            <a:p>
              <a:pPr marL="12700">
                <a:spcBef>
                  <a:spcPts val="100"/>
                </a:spcBef>
                <a:defRPr/>
              </a:pPr>
              <a:r>
                <a:rPr sz="1000" b="1" spc="-5" dirty="0">
                  <a:latin typeface="Times New Roman" pitchFamily="18" charset="0"/>
                  <a:cs typeface="Times New Roman" pitchFamily="18" charset="0"/>
                </a:rPr>
                <a:t>Source </a:t>
              </a:r>
              <a:r>
                <a:rPr sz="1000" b="1" dirty="0">
                  <a:latin typeface="Times New Roman" pitchFamily="18" charset="0"/>
                  <a:cs typeface="Times New Roman" pitchFamily="18" charset="0"/>
                </a:rPr>
                <a:t>to</a:t>
              </a:r>
              <a:r>
                <a:rPr sz="1000" b="1" spc="-50" dirty="0">
                  <a:latin typeface="Times New Roman" pitchFamily="18" charset="0"/>
                  <a:cs typeface="Times New Roman" pitchFamily="18" charset="0"/>
                </a:rPr>
                <a:t> </a:t>
              </a:r>
              <a:r>
                <a:rPr sz="1000" b="1" spc="-10" dirty="0">
                  <a:latin typeface="Times New Roman" pitchFamily="18" charset="0"/>
                  <a:cs typeface="Times New Roman" pitchFamily="18" charset="0"/>
                </a:rPr>
                <a:t>Destination</a:t>
              </a:r>
              <a:endParaRPr sz="1000" b="1">
                <a:latin typeface="Times New Roman" pitchFamily="18" charset="0"/>
                <a:cs typeface="Times New Roman" pitchFamily="18" charset="0"/>
              </a:endParaRPr>
            </a:p>
          </p:txBody>
        </p:sp>
      </p:grpSp>
      <p:sp>
        <p:nvSpPr>
          <p:cNvPr id="599" name="TextBox 598"/>
          <p:cNvSpPr txBox="1"/>
          <p:nvPr/>
        </p:nvSpPr>
        <p:spPr>
          <a:xfrm>
            <a:off x="5970245" y="951788"/>
            <a:ext cx="659155" cy="369332"/>
          </a:xfrm>
          <a:prstGeom prst="rect">
            <a:avLst/>
          </a:prstGeom>
          <a:noFill/>
        </p:spPr>
        <p:txBody>
          <a:bodyPr wrap="none" rtlCol="0">
            <a:spAutoFit/>
          </a:bodyPr>
          <a:lstStyle/>
          <a:p>
            <a:r>
              <a:rPr lang="en-IN" b="1" dirty="0">
                <a:latin typeface="Times New Roman" pitchFamily="18" charset="0"/>
                <a:cs typeface="Times New Roman" pitchFamily="18" charset="0"/>
              </a:rPr>
              <a:t>Data</a:t>
            </a:r>
            <a:endParaRPr lang="en-US" b="1" dirty="0">
              <a:latin typeface="Times New Roman" pitchFamily="18" charset="0"/>
              <a:cs typeface="Times New Roman" pitchFamily="18" charset="0"/>
            </a:endParaRPr>
          </a:p>
        </p:txBody>
      </p:sp>
      <p:sp>
        <p:nvSpPr>
          <p:cNvPr id="600" name="TextBox 599"/>
          <p:cNvSpPr txBox="1"/>
          <p:nvPr/>
        </p:nvSpPr>
        <p:spPr>
          <a:xfrm>
            <a:off x="5967833" y="1616131"/>
            <a:ext cx="712054" cy="400110"/>
          </a:xfrm>
          <a:prstGeom prst="rect">
            <a:avLst/>
          </a:prstGeom>
          <a:noFill/>
        </p:spPr>
        <p:txBody>
          <a:bodyPr wrap="none" rtlCol="0">
            <a:spAutoFit/>
          </a:bodyPr>
          <a:lstStyle/>
          <a:p>
            <a:r>
              <a:rPr lang="en-IN" sz="2000" b="1" dirty="0">
                <a:latin typeface="Times New Roman" pitchFamily="18" charset="0"/>
                <a:cs typeface="Times New Roman" pitchFamily="18" charset="0"/>
              </a:rPr>
              <a:t>Data</a:t>
            </a:r>
            <a:endParaRPr lang="en-US" sz="2000" b="1" dirty="0">
              <a:latin typeface="Times New Roman" pitchFamily="18" charset="0"/>
              <a:cs typeface="Times New Roman" pitchFamily="18" charset="0"/>
            </a:endParaRPr>
          </a:p>
        </p:txBody>
      </p:sp>
      <p:sp>
        <p:nvSpPr>
          <p:cNvPr id="601" name="TextBox 600"/>
          <p:cNvSpPr txBox="1"/>
          <p:nvPr/>
        </p:nvSpPr>
        <p:spPr>
          <a:xfrm>
            <a:off x="5988572" y="2453759"/>
            <a:ext cx="712054" cy="400110"/>
          </a:xfrm>
          <a:prstGeom prst="rect">
            <a:avLst/>
          </a:prstGeom>
          <a:noFill/>
        </p:spPr>
        <p:txBody>
          <a:bodyPr wrap="none" rtlCol="0">
            <a:spAutoFit/>
          </a:bodyPr>
          <a:lstStyle/>
          <a:p>
            <a:r>
              <a:rPr lang="en-IN" sz="2000" b="1" dirty="0">
                <a:latin typeface="Times New Roman" pitchFamily="18" charset="0"/>
                <a:cs typeface="Times New Roman" pitchFamily="18" charset="0"/>
              </a:rPr>
              <a:t>Data</a:t>
            </a:r>
            <a:endParaRPr lang="en-US" sz="2000" b="1" dirty="0">
              <a:latin typeface="Times New Roman" pitchFamily="18" charset="0"/>
              <a:cs typeface="Times New Roman" pitchFamily="18" charset="0"/>
            </a:endParaRPr>
          </a:p>
        </p:txBody>
      </p:sp>
      <p:sp>
        <p:nvSpPr>
          <p:cNvPr id="602" name="TextBox 601"/>
          <p:cNvSpPr txBox="1"/>
          <p:nvPr/>
        </p:nvSpPr>
        <p:spPr>
          <a:xfrm>
            <a:off x="5759276" y="3207306"/>
            <a:ext cx="1124026" cy="400110"/>
          </a:xfrm>
          <a:prstGeom prst="rect">
            <a:avLst/>
          </a:prstGeom>
          <a:noFill/>
        </p:spPr>
        <p:txBody>
          <a:bodyPr wrap="none" rtlCol="0">
            <a:spAutoFit/>
          </a:bodyPr>
          <a:lstStyle/>
          <a:p>
            <a:r>
              <a:rPr lang="en-IN" sz="2000" b="1" dirty="0">
                <a:latin typeface="Times New Roman" pitchFamily="18" charset="0"/>
                <a:cs typeface="Times New Roman" pitchFamily="18" charset="0"/>
              </a:rPr>
              <a:t>Segment</a:t>
            </a:r>
            <a:endParaRPr lang="en-US" sz="2000" b="1" dirty="0">
              <a:latin typeface="Times New Roman" pitchFamily="18" charset="0"/>
              <a:cs typeface="Times New Roman" pitchFamily="18" charset="0"/>
            </a:endParaRPr>
          </a:p>
        </p:txBody>
      </p:sp>
      <p:sp>
        <p:nvSpPr>
          <p:cNvPr id="603" name="TextBox 602"/>
          <p:cNvSpPr txBox="1"/>
          <p:nvPr/>
        </p:nvSpPr>
        <p:spPr>
          <a:xfrm>
            <a:off x="5864593" y="4050268"/>
            <a:ext cx="925253" cy="400110"/>
          </a:xfrm>
          <a:prstGeom prst="rect">
            <a:avLst/>
          </a:prstGeom>
          <a:noFill/>
        </p:spPr>
        <p:txBody>
          <a:bodyPr wrap="none" rtlCol="0">
            <a:spAutoFit/>
          </a:bodyPr>
          <a:lstStyle/>
          <a:p>
            <a:r>
              <a:rPr lang="en-IN" sz="2000" b="1" dirty="0">
                <a:latin typeface="Times New Roman" pitchFamily="18" charset="0"/>
                <a:cs typeface="Times New Roman" pitchFamily="18" charset="0"/>
              </a:rPr>
              <a:t>Packet</a:t>
            </a:r>
            <a:endParaRPr lang="en-US" sz="2000" b="1" dirty="0">
              <a:latin typeface="Times New Roman" pitchFamily="18" charset="0"/>
              <a:cs typeface="Times New Roman" pitchFamily="18" charset="0"/>
            </a:endParaRPr>
          </a:p>
        </p:txBody>
      </p:sp>
      <p:sp>
        <p:nvSpPr>
          <p:cNvPr id="604" name="TextBox 603"/>
          <p:cNvSpPr txBox="1"/>
          <p:nvPr/>
        </p:nvSpPr>
        <p:spPr>
          <a:xfrm>
            <a:off x="5891574" y="4731161"/>
            <a:ext cx="910827" cy="400110"/>
          </a:xfrm>
          <a:prstGeom prst="rect">
            <a:avLst/>
          </a:prstGeom>
          <a:noFill/>
        </p:spPr>
        <p:txBody>
          <a:bodyPr wrap="none" rtlCol="0">
            <a:spAutoFit/>
          </a:bodyPr>
          <a:lstStyle/>
          <a:p>
            <a:r>
              <a:rPr lang="en-IN" sz="2000" b="1" dirty="0">
                <a:latin typeface="Times New Roman" pitchFamily="18" charset="0"/>
                <a:cs typeface="Times New Roman" pitchFamily="18" charset="0"/>
              </a:rPr>
              <a:t>Frame</a:t>
            </a:r>
            <a:endParaRPr lang="en-US" sz="2000" b="1" dirty="0">
              <a:latin typeface="Times New Roman" pitchFamily="18" charset="0"/>
              <a:cs typeface="Times New Roman" pitchFamily="18" charset="0"/>
            </a:endParaRPr>
          </a:p>
        </p:txBody>
      </p:sp>
      <p:sp>
        <p:nvSpPr>
          <p:cNvPr id="605" name="TextBox 604"/>
          <p:cNvSpPr txBox="1"/>
          <p:nvPr/>
        </p:nvSpPr>
        <p:spPr>
          <a:xfrm>
            <a:off x="6019800" y="5379605"/>
            <a:ext cx="611065" cy="400110"/>
          </a:xfrm>
          <a:prstGeom prst="rect">
            <a:avLst/>
          </a:prstGeom>
          <a:noFill/>
        </p:spPr>
        <p:txBody>
          <a:bodyPr wrap="none" rtlCol="0">
            <a:spAutoFit/>
          </a:bodyPr>
          <a:lstStyle/>
          <a:p>
            <a:r>
              <a:rPr lang="en-IN" sz="2000" b="1" dirty="0">
                <a:latin typeface="Times New Roman" pitchFamily="18" charset="0"/>
                <a:cs typeface="Times New Roman" pitchFamily="18" charset="0"/>
              </a:rPr>
              <a:t>Bits</a:t>
            </a:r>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1543497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grpSp>
        <p:nvGrpSpPr>
          <p:cNvPr id="36" name="object 10"/>
          <p:cNvGrpSpPr>
            <a:grpSpLocks/>
          </p:cNvGrpSpPr>
          <p:nvPr/>
        </p:nvGrpSpPr>
        <p:grpSpPr bwMode="auto">
          <a:xfrm>
            <a:off x="7239000" y="468313"/>
            <a:ext cx="1752600" cy="903287"/>
            <a:chOff x="7239000" y="468630"/>
            <a:chExt cx="1752600" cy="902969"/>
          </a:xfrm>
        </p:grpSpPr>
        <p:sp>
          <p:nvSpPr>
            <p:cNvPr id="37" name="object 11"/>
            <p:cNvSpPr>
              <a:spLocks noChangeArrowheads="1"/>
            </p:cNvSpPr>
            <p:nvPr/>
          </p:nvSpPr>
          <p:spPr bwMode="auto">
            <a:xfrm>
              <a:off x="7239000" y="548640"/>
              <a:ext cx="685800" cy="51816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38" name="object 12"/>
            <p:cNvSpPr>
              <a:spLocks noChangeArrowheads="1"/>
            </p:cNvSpPr>
            <p:nvPr/>
          </p:nvSpPr>
          <p:spPr bwMode="auto">
            <a:xfrm>
              <a:off x="7848600" y="468630"/>
              <a:ext cx="1143000" cy="90297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grpSp>
      <p:sp>
        <p:nvSpPr>
          <p:cNvPr id="40" name="Subtitle 2"/>
          <p:cNvSpPr txBox="1">
            <a:spLocks/>
          </p:cNvSpPr>
          <p:nvPr/>
        </p:nvSpPr>
        <p:spPr>
          <a:xfrm>
            <a:off x="236414" y="807522"/>
            <a:ext cx="8458200" cy="5638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Physical layer:</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Deals with all aspects of physically moving data from one computer to the next.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Converts data from the upper layers into 1s and 0s for transmission over media.</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Defines how data is encoded onto the media to transmit the data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Defined on this layer: Cable standards, wireless standards, and fiber optic standards.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Copper wiring, fiber optic cable, radio frequencies, anything that can be used to transmit data is defined on the Physical layer of the OSI Model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Device example: Hub-connects multiple PCs to a network.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Used to transmit data</a:t>
            </a:r>
            <a:endParaRPr lang="en-I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74886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8551"/>
          <a:stretch/>
        </p:blipFill>
        <p:spPr bwMode="auto">
          <a:xfrm>
            <a:off x="6289724" y="4541322"/>
            <a:ext cx="2701875" cy="2164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Physical layer: Concerned</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Physical characteristics of interface and medium (Transmission medium)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Representation of bits (stream of bits (0s or 1s) with no interpretation and encoded into signals)  Data rate (duration of a bit, which is how long it last)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Synchronization of bits (sender and receivers clock must be synchronized),  Line configuration (Point-to-Point, Point-to-Multipoint)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Physical topology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Transmission mode (Simplex, half duplex, full duplex)</a:t>
            </a:r>
          </a:p>
        </p:txBody>
      </p:sp>
      <p:pic>
        <p:nvPicPr>
          <p:cNvPr id="10" name="Picture 5" descr="Functions of Physical Layer in the OSI Model | Computer Networ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705" y="4953000"/>
            <a:ext cx="47244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734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Data link layer: (Host to Host)</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Is responsible for moving frames from node to node or computer to computer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Can move frames from one adjacent computer to another, cannot move frames across routers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Encapsulation = frame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Requires MAC address or physical address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Protocols defined include Ethernet Protocol and Point-to-Point Protocol (PPP)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Device example: Switch-connects multiple devices to a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Two </a:t>
            </a:r>
            <a:r>
              <a:rPr lang="en-US" sz="2200" dirty="0" err="1">
                <a:solidFill>
                  <a:schemeClr val="tx1"/>
                </a:solidFill>
                <a:latin typeface="Times New Roman" pitchFamily="18" charset="0"/>
                <a:cs typeface="Times New Roman" pitchFamily="18" charset="0"/>
              </a:rPr>
              <a:t>sublayers</a:t>
            </a:r>
            <a:r>
              <a:rPr lang="en-US" sz="2200" dirty="0">
                <a:solidFill>
                  <a:schemeClr val="tx1"/>
                </a:solidFill>
                <a:latin typeface="Times New Roman" pitchFamily="18" charset="0"/>
                <a:cs typeface="Times New Roman" pitchFamily="18" charset="0"/>
              </a:rPr>
              <a:t>: Logical Link Control (LLC) and the Media Access Control (MAC) </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Logical Link Control (LLC):</a:t>
            </a:r>
            <a:r>
              <a:rPr lang="en-US" sz="2200" dirty="0">
                <a:solidFill>
                  <a:schemeClr val="tx1"/>
                </a:solidFill>
                <a:latin typeface="Times New Roman" pitchFamily="18" charset="0"/>
                <a:cs typeface="Times New Roman" pitchFamily="18" charset="0"/>
              </a:rPr>
              <a:t> Data Link layer addressing, flow control, address notification, error control</a:t>
            </a:r>
          </a:p>
        </p:txBody>
      </p:sp>
    </p:spTree>
    <p:extLst>
      <p:ext uri="{BB962C8B-B14F-4D97-AF65-F5344CB8AC3E}">
        <p14:creationId xmlns:p14="http://schemas.microsoft.com/office/powerpoint/2010/main" val="2361023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5076" y="4281488"/>
            <a:ext cx="6638924" cy="257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Framing (stream of bits into manageable data units)  Physical addressing (MAC Address)</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Flow Control (mechanism for overwhelming the receiver)  Error Control (trailer, retransmission)</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Access Control (defining master device in the same link)</a:t>
            </a: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Media Access Control (MAC)</a:t>
            </a:r>
            <a:r>
              <a:rPr lang="en-US" sz="2200" dirty="0">
                <a:solidFill>
                  <a:schemeClr val="tx1"/>
                </a:solidFill>
                <a:latin typeface="Times New Roman" pitchFamily="18" charset="0"/>
                <a:cs typeface="Times New Roman" pitchFamily="18" charset="0"/>
              </a:rPr>
              <a:t>: Determines which computer has access to the network media at any given time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Determines where one frame ends and the next one starts, called frame synchronization</a:t>
            </a:r>
          </a:p>
          <a:p>
            <a:pPr algn="just"/>
            <a:r>
              <a:rPr lang="en-IN" sz="2200" b="1" dirty="0">
                <a:solidFill>
                  <a:schemeClr val="tx1"/>
                </a:solidFill>
                <a:latin typeface="Times New Roman" pitchFamily="18" charset="0"/>
                <a:cs typeface="Times New Roman" pitchFamily="18" charset="0"/>
              </a:rPr>
              <a:t>Concerned:</a:t>
            </a:r>
            <a:endParaRPr lang="en-US" sz="22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05847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4648200"/>
            <a:ext cx="4800600" cy="2189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Network layer: (Source to Destination)</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Responsible for moving packets (data) from one end (source host) of the network to the other (destination host), called end-to-end communications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Requires logical addresses such as IP addresses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Device example: Router-connect 2 or more packet switching networks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Routing is the ability of various network devices and their related software to move data packets from source to destination</a:t>
            </a:r>
          </a:p>
          <a:p>
            <a:pPr algn="just"/>
            <a:r>
              <a:rPr lang="en-IN" sz="2200" b="1" dirty="0">
                <a:solidFill>
                  <a:schemeClr val="tx1"/>
                </a:solidFill>
                <a:latin typeface="Times New Roman" pitchFamily="18" charset="0"/>
                <a:cs typeface="Times New Roman" pitchFamily="18" charset="0"/>
              </a:rPr>
              <a:t>Concerned: </a:t>
            </a:r>
            <a:r>
              <a:rPr lang="en-US" sz="2200" dirty="0">
                <a:solidFill>
                  <a:schemeClr val="tx1"/>
                </a:solidFill>
                <a:latin typeface="Times New Roman" pitchFamily="18" charset="0"/>
                <a:cs typeface="Times New Roman" pitchFamily="18" charset="0"/>
              </a:rPr>
              <a:t>Logical addressing (IP Address)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Routing (Source to destination transmission between networks)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6148" name="Picture 4" descr="What is a Router in Computer Network? - javatpo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414" y="4586132"/>
            <a:ext cx="4030786" cy="2237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913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Transport layer: (Process to Process)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Takes data from higher levels of OSI Model and breaks it into segments that can be sent to lower-level layers for data transmission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Conversely, reassembles data segments into data that higher-level protocols and applications can use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Also puts segments in correct order (called sequencing) so they can be reassembled in correct order at destination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Concerned with the reliability of the transport of sent data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May use a connection-oriented protocol such as TCP to ensure destination received segments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May use a connectionless protocol such as user datagram protocol (UDP) to send segments without assurance of delivery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Uses port addressing</a:t>
            </a:r>
          </a:p>
        </p:txBody>
      </p:sp>
    </p:spTree>
    <p:extLst>
      <p:ext uri="{BB962C8B-B14F-4D97-AF65-F5344CB8AC3E}">
        <p14:creationId xmlns:p14="http://schemas.microsoft.com/office/powerpoint/2010/main" val="2671364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Transport layer: Concerned</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Service-point addressing (Port address)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Segmentation and reassembly (Sequence number)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Connection control (Connectionless or connection oriented)  Flow control (end to end)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Error Control (Process to Process)</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626922"/>
            <a:ext cx="6619875" cy="2509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2649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Session layer: </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Responsible for managing the dialog between networked devices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Establishes, manages, and terminates connections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Provides duplex, half-duplex, or simplex communications between devices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Provides procedures for establishing checkpoints, adjournment, termination, and restart or recovery procedures</a:t>
            </a:r>
          </a:p>
          <a:p>
            <a:pPr algn="just"/>
            <a:r>
              <a:rPr lang="en-IN" sz="2200" b="1" dirty="0">
                <a:solidFill>
                  <a:schemeClr val="tx1"/>
                </a:solidFill>
                <a:latin typeface="Times New Roman" pitchFamily="18" charset="0"/>
                <a:cs typeface="Times New Roman" pitchFamily="18" charset="0"/>
              </a:rPr>
              <a:t>Concerned:</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Dialog Control (Half Duplex/Full duplex)</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Synchronization (Synchronization points, process inline within same page)</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algn="just"/>
            <a:endParaRPr lang="en-US" sz="2200" dirty="0">
              <a:solidFill>
                <a:schemeClr val="tx1"/>
              </a:solidFill>
              <a:latin typeface="Times New Roman" pitchFamily="18" charset="0"/>
              <a:cs typeface="Times New Roman" pitchFamily="18" charset="0"/>
            </a:endParaRPr>
          </a:p>
        </p:txBody>
      </p:sp>
      <p:pic>
        <p:nvPicPr>
          <p:cNvPr id="1026" name="Picture 2" descr="Session Layer and Presentation Layer - TA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3962400"/>
            <a:ext cx="5962650" cy="2762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7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Presentation layer: </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Concerned with how data is presented to the network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Handles three primary tasks: –Translation , –Compression , –Encryption</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Concerned:</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Translation (interoperability between different encoding system)  Encryption (Privacy schemes)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Compression (data compression)</a:t>
            </a:r>
          </a:p>
          <a:p>
            <a:pPr algn="just"/>
            <a:endParaRPr lang="en-US" sz="2200" dirty="0">
              <a:solidFill>
                <a:schemeClr val="tx1"/>
              </a:solidFill>
              <a:latin typeface="Times New Roman" pitchFamily="18" charset="0"/>
              <a:cs typeface="Times New Roman" pitchFamily="18" charset="0"/>
            </a:endParaRPr>
          </a:p>
        </p:txBody>
      </p:sp>
      <p:pic>
        <p:nvPicPr>
          <p:cNvPr id="2050" name="Picture 2" descr="Functions of Presentation Layer in the OSI Model | Computer Net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8219" y="3200400"/>
            <a:ext cx="4545136" cy="2092036"/>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62400"/>
            <a:ext cx="4451659" cy="2838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9590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sp>
        <p:nvSpPr>
          <p:cNvPr id="40"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IN" sz="2200" b="1" dirty="0">
                <a:solidFill>
                  <a:schemeClr val="tx1"/>
                </a:solidFill>
                <a:latin typeface="Times New Roman" pitchFamily="18" charset="0"/>
                <a:cs typeface="Times New Roman" pitchFamily="18" charset="0"/>
              </a:rPr>
              <a:t>Application layer: </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Responsible for providing services to user</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Contains all services or protocols needed by application software or operating system to communicate on the network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Examples o –Firefox web browser uses HTTP (Hyper-Text Transport Protocol) o –E-mail program may use POP3 (Post Office Protocol version 3) to read e-mails and SMTP (Simple Mail Transport Protocol) to send e-mails</a:t>
            </a:r>
          </a:p>
          <a:p>
            <a:pPr algn="just"/>
            <a:r>
              <a:rPr lang="en-IN" sz="2200" b="1" dirty="0">
                <a:solidFill>
                  <a:schemeClr val="tx1"/>
                </a:solidFill>
                <a:latin typeface="Times New Roman" pitchFamily="18" charset="0"/>
                <a:cs typeface="Times New Roman" pitchFamily="18" charset="0"/>
              </a:rPr>
              <a:t>Concerned:</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Network virtual terminal (Software), File transfer, access and management, Mail services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Directory services (access to distributed database sources for global information about various objects  and services)</a:t>
            </a:r>
          </a:p>
          <a:p>
            <a:pPr algn="just"/>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72623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OSI Reference Model</a:t>
            </a:r>
            <a:endParaRPr lang="en-US" sz="2800" dirty="0">
              <a:solidFill>
                <a:srgbClr val="00B050"/>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52600"/>
            <a:ext cx="8305800" cy="307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9248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Types of Networks</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Local Area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Wide Area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Metropolitan Area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Campus/Corporate Area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Personal Area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Peer-to-Peer Networks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609691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Local Area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local area network (LAN) is a computer network covering a small geographic area, like a home, office, or group of buildings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Most LANs connect to the Internet at a central point: a router. Home LANs often use a single router, while LANs in larger spaces may additionally use network switches for more efficient packet delivery.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LANs almost always use Ethernet, </a:t>
            </a:r>
            <a:r>
              <a:rPr lang="en-US" sz="2200" dirty="0" err="1">
                <a:solidFill>
                  <a:schemeClr val="tx1"/>
                </a:solidFill>
                <a:latin typeface="Times New Roman" pitchFamily="18" charset="0"/>
                <a:cs typeface="Times New Roman" pitchFamily="18" charset="0"/>
              </a:rPr>
              <a:t>WiFi</a:t>
            </a:r>
            <a:r>
              <a:rPr lang="en-US" sz="2200" dirty="0">
                <a:solidFill>
                  <a:schemeClr val="tx1"/>
                </a:solidFill>
                <a:latin typeface="Times New Roman" pitchFamily="18" charset="0"/>
                <a:cs typeface="Times New Roman" pitchFamily="18" charset="0"/>
              </a:rPr>
              <a:t>, or both in order to connect devices within the network. Ethernet is a protocol for physical network connections that requires the use of Ethernet cables. </a:t>
            </a:r>
            <a:r>
              <a:rPr lang="en-US" sz="2200" dirty="0" err="1">
                <a:solidFill>
                  <a:schemeClr val="tx1"/>
                </a:solidFill>
                <a:latin typeface="Times New Roman" pitchFamily="18" charset="0"/>
                <a:cs typeface="Times New Roman" pitchFamily="18" charset="0"/>
              </a:rPr>
              <a:t>WiFi</a:t>
            </a:r>
            <a:r>
              <a:rPr lang="en-US" sz="2200" dirty="0">
                <a:solidFill>
                  <a:schemeClr val="tx1"/>
                </a:solidFill>
                <a:latin typeface="Times New Roman" pitchFamily="18" charset="0"/>
                <a:cs typeface="Times New Roman" pitchFamily="18" charset="0"/>
              </a:rPr>
              <a:t> is a protocol for connecting to a network via radio waves.</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904" t="27778" r="30614" b="43651"/>
          <a:stretch/>
        </p:blipFill>
        <p:spPr bwMode="auto">
          <a:xfrm>
            <a:off x="4038600" y="4114800"/>
            <a:ext cx="4876800" cy="209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descr="What is Local Area Network (LAN), Advantages and Disadvantages"/>
          <p:cNvPicPr>
            <a:picLocks noChangeAspect="1" noChangeArrowheads="1"/>
          </p:cNvPicPr>
          <p:nvPr/>
        </p:nvPicPr>
        <p:blipFill rotWithShape="1">
          <a:blip r:embed="rId3">
            <a:extLst>
              <a:ext uri="{28A0092B-C50C-407E-A947-70E740481C1C}">
                <a14:useLocalDpi xmlns:a14="http://schemas.microsoft.com/office/drawing/2010/main" val="0"/>
              </a:ext>
            </a:extLst>
          </a:blip>
          <a:srcRect l="6883" t="3637" r="6052" b="4805"/>
          <a:stretch/>
        </p:blipFill>
        <p:spPr bwMode="auto">
          <a:xfrm>
            <a:off x="76200" y="4114800"/>
            <a:ext cx="3879915"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8440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Local Area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variety of devices can connect to LANs, including servers, desktop computers, laptops, printers,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devices, and even game consoles. In offices, LANs are often used to provide shared access to internal employees to connected printers or servers.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Speed up to 10Gbps.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Topology is point-to-point links using a SWITCH that relays packets between the computers.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Dividing LAN into small logical LANs useful to broadcast and restrict the packets between different departments of users.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Service allocation- </a:t>
            </a:r>
            <a:r>
              <a:rPr lang="en-IN" sz="2200" b="1" dirty="0">
                <a:solidFill>
                  <a:schemeClr val="tx1"/>
                </a:solidFill>
                <a:latin typeface="Times New Roman" pitchFamily="18" charset="0"/>
                <a:cs typeface="Times New Roman" pitchFamily="18" charset="0"/>
              </a:rPr>
              <a:t>Static allocation: </a:t>
            </a:r>
            <a:r>
              <a:rPr lang="en-IN" sz="2200" dirty="0">
                <a:solidFill>
                  <a:schemeClr val="tx1"/>
                </a:solidFill>
                <a:latin typeface="Times New Roman" pitchFamily="18" charset="0"/>
                <a:cs typeface="Times New Roman" pitchFamily="18" charset="0"/>
              </a:rPr>
              <a:t>time allocation and round robin algorithm- lost in channel capacity.</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Dynamic allocation: </a:t>
            </a:r>
            <a:r>
              <a:rPr lang="en-IN" sz="2200" dirty="0">
                <a:solidFill>
                  <a:schemeClr val="tx1"/>
                </a:solidFill>
                <a:latin typeface="Times New Roman" pitchFamily="18" charset="0"/>
                <a:cs typeface="Times New Roman" pitchFamily="18" charset="0"/>
              </a:rPr>
              <a:t>2 ways- Centralized and Decentralized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Centralized: base station prioritize and allocates the channel.</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Decentralized: each system must decide itself whether to transmit- chaos handled by different algorithms.</a:t>
            </a:r>
          </a:p>
        </p:txBody>
      </p:sp>
    </p:spTree>
    <p:extLst>
      <p:ext uri="{BB962C8B-B14F-4D97-AF65-F5344CB8AC3E}">
        <p14:creationId xmlns:p14="http://schemas.microsoft.com/office/powerpoint/2010/main" val="335282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Wide Area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2200" dirty="0">
              <a:solidFill>
                <a:schemeClr val="tx1"/>
              </a:solidFill>
              <a:latin typeface="Times New Roman" pitchFamily="18" charset="0"/>
              <a:cs typeface="Times New Roman" pitchFamily="18" charset="0"/>
            </a:endParaRPr>
          </a:p>
        </p:txBody>
      </p:sp>
      <p:sp>
        <p:nvSpPr>
          <p:cNvPr id="5" name="Subtitle 2"/>
          <p:cNvSpPr txBox="1">
            <a:spLocks/>
          </p:cNvSpPr>
          <p:nvPr/>
        </p:nvSpPr>
        <p:spPr>
          <a:xfrm>
            <a:off x="388814" y="9599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Wide Area Network (WAN) is a computer network that covers a broad area (i.e., any network whose communications links cross metropolitan, regional, or national boundaries). Or, less formally, a network that uses routers and public communications links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largest and most well-known example of a WAN is the Internet.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WANs are used to connect LANs and other types of networks together, so that users and computers in one location can communicate with users and computers in other locations </a:t>
            </a:r>
          </a:p>
        </p:txBody>
      </p:sp>
      <p:pic>
        <p:nvPicPr>
          <p:cNvPr id="8194" name="Picture 2" descr="What is a Wide Area Network (WAN) | Difference between WAN and LAN - YouTub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56247" y="3861993"/>
            <a:ext cx="5190767" cy="2919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559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Wide Area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2200" dirty="0">
              <a:solidFill>
                <a:schemeClr val="tx1"/>
              </a:solidFill>
              <a:latin typeface="Times New Roman" pitchFamily="18" charset="0"/>
              <a:cs typeface="Times New Roman" pitchFamily="18" charset="0"/>
            </a:endParaRPr>
          </a:p>
        </p:txBody>
      </p:sp>
      <p:sp>
        <p:nvSpPr>
          <p:cNvPr id="5" name="Subtitle 2"/>
          <p:cNvSpPr txBox="1">
            <a:spLocks/>
          </p:cNvSpPr>
          <p:nvPr/>
        </p:nvSpPr>
        <p:spPr>
          <a:xfrm>
            <a:off x="388814" y="9599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Each computer is a host and the network of these hosts is a </a:t>
            </a:r>
            <a:r>
              <a:rPr lang="en-US" sz="2200" b="1" dirty="0">
                <a:solidFill>
                  <a:schemeClr val="tx1"/>
                </a:solidFill>
                <a:latin typeface="Times New Roman" pitchFamily="18" charset="0"/>
                <a:cs typeface="Times New Roman" pitchFamily="18" charset="0"/>
              </a:rPr>
              <a:t>subnet</a:t>
            </a:r>
            <a:r>
              <a:rPr lang="en-US" sz="2200" dirty="0">
                <a:solidFill>
                  <a:schemeClr val="tx1"/>
                </a:solidFill>
                <a:latin typeface="Times New Roman" pitchFamily="18" charset="0"/>
                <a:cs typeface="Times New Roman" pitchFamily="18" charset="0"/>
              </a:rPr>
              <a:t> in WAN.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2 distinct components in the subnet: Transmission lines and switching elements.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Transmission lines move bits between computers and switches has two or more transmission lines.</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Routing algorithm</a:t>
            </a:r>
            <a:r>
              <a:rPr lang="en-IN" sz="2200" dirty="0">
                <a:solidFill>
                  <a:schemeClr val="tx1"/>
                </a:solidFill>
                <a:latin typeface="Times New Roman" pitchFamily="18" charset="0"/>
                <a:cs typeface="Times New Roman" pitchFamily="18" charset="0"/>
              </a:rPr>
              <a:t> in the network</a:t>
            </a:r>
            <a:r>
              <a:rPr lang="en-IN" sz="2200" b="1" dirty="0">
                <a:solidFill>
                  <a:schemeClr val="tx1"/>
                </a:solidFill>
                <a:latin typeface="Times New Roman" pitchFamily="18" charset="0"/>
                <a:cs typeface="Times New Roman" pitchFamily="18" charset="0"/>
              </a:rPr>
              <a:t> </a:t>
            </a:r>
            <a:r>
              <a:rPr lang="en-IN" sz="2200" dirty="0">
                <a:solidFill>
                  <a:schemeClr val="tx1"/>
                </a:solidFill>
                <a:latin typeface="Times New Roman" pitchFamily="18" charset="0"/>
                <a:cs typeface="Times New Roman" pitchFamily="18" charset="0"/>
              </a:rPr>
              <a:t>make decisions to select paths between two routers.</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Forwarding algorithm </a:t>
            </a:r>
            <a:r>
              <a:rPr lang="en-IN" sz="2200" dirty="0">
                <a:solidFill>
                  <a:schemeClr val="tx1"/>
                </a:solidFill>
                <a:latin typeface="Times New Roman" pitchFamily="18" charset="0"/>
                <a:cs typeface="Times New Roman" pitchFamily="18" charset="0"/>
              </a:rPr>
              <a:t>in each router decides where to send the packet.</a:t>
            </a:r>
          </a:p>
          <a:p>
            <a:pPr algn="just"/>
            <a:r>
              <a:rPr lang="en-IN" sz="2200" b="1" dirty="0">
                <a:solidFill>
                  <a:schemeClr val="tx1"/>
                </a:solidFill>
                <a:latin typeface="Times New Roman" pitchFamily="18" charset="0"/>
                <a:cs typeface="Times New Roman" pitchFamily="18" charset="0"/>
              </a:rPr>
              <a:t>Examples of WAN: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Satellite systems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Cellular telephone networks</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72097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Wide Area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2200" dirty="0">
              <a:solidFill>
                <a:schemeClr val="tx1"/>
              </a:solidFill>
              <a:latin typeface="Times New Roman" pitchFamily="18" charset="0"/>
              <a:cs typeface="Times New Roman" pitchFamily="18" charset="0"/>
            </a:endParaRPr>
          </a:p>
        </p:txBody>
      </p:sp>
      <p:sp>
        <p:nvSpPr>
          <p:cNvPr id="5" name="Subtitle 2"/>
          <p:cNvSpPr txBox="1">
            <a:spLocks/>
          </p:cNvSpPr>
          <p:nvPr/>
        </p:nvSpPr>
        <p:spPr>
          <a:xfrm>
            <a:off x="388814" y="9599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2200" b="1" dirty="0">
                <a:solidFill>
                  <a:schemeClr val="tx1"/>
                </a:solidFill>
                <a:latin typeface="Times New Roman" pitchFamily="18" charset="0"/>
                <a:cs typeface="Times New Roman" pitchFamily="18" charset="0"/>
              </a:rPr>
              <a:t>Varieties of  WAN: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Virtual private network (VPN)- virtualization and flexible usage of resources.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Network service provider/ internet service provider handling a subnet.</a:t>
            </a:r>
            <a:endParaRPr lang="en-US" sz="2200" dirty="0">
              <a:solidFill>
                <a:schemeClr val="tx1"/>
              </a:solidFill>
              <a:latin typeface="Times New Roman" pitchFamily="18" charset="0"/>
              <a:cs typeface="Times New Roman" pitchFamily="18" charset="0"/>
            </a:endParaRPr>
          </a:p>
          <a:p>
            <a:pPr algn="just"/>
            <a:r>
              <a:rPr lang="en-IN" sz="2200" b="1" dirty="0">
                <a:solidFill>
                  <a:schemeClr val="tx1"/>
                </a:solidFill>
                <a:latin typeface="Times New Roman" pitchFamily="18" charset="0"/>
                <a:cs typeface="Times New Roman" pitchFamily="18" charset="0"/>
              </a:rPr>
              <a:t>Differences with LAN:</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Hosts and subnets in WAN are owned and operated by different people.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Routers connect different kinds of networking technology.</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Subnet could be individual computers connected to LANs or the entire LANs.</a:t>
            </a:r>
          </a:p>
          <a:p>
            <a:pPr algn="just"/>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40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Metropolitan Area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2200" dirty="0">
              <a:solidFill>
                <a:schemeClr val="tx1"/>
              </a:solidFill>
              <a:latin typeface="Times New Roman" pitchFamily="18" charset="0"/>
              <a:cs typeface="Times New Roman" pitchFamily="18" charset="0"/>
            </a:endParaRPr>
          </a:p>
        </p:txBody>
      </p:sp>
      <p:sp>
        <p:nvSpPr>
          <p:cNvPr id="5" name="Subtitle 2"/>
          <p:cNvSpPr txBox="1">
            <a:spLocks/>
          </p:cNvSpPr>
          <p:nvPr/>
        </p:nvSpPr>
        <p:spPr>
          <a:xfrm>
            <a:off x="388814" y="9599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metropolitan area network (MAN) is a network that interconnects users with computer resources in a geographic area or region larger than that covered by even a large local area network (LAN) but smaller than the area covered by a wide area network (WAN).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term is applied to the interconnection of networks in a city into a single larger network (which may then also offer efficient connection to a wide area network).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also used to mean the interconnection of several local area networks by bridging them with backbone lines. The latter usage is also sometimes referred to as a campus network.</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Cable television networks, </a:t>
            </a:r>
            <a:r>
              <a:rPr lang="en-IN" sz="2200" dirty="0" err="1">
                <a:solidFill>
                  <a:schemeClr val="tx1"/>
                </a:solidFill>
                <a:latin typeface="Times New Roman" pitchFamily="18" charset="0"/>
                <a:cs typeface="Times New Roman" pitchFamily="18" charset="0"/>
              </a:rPr>
              <a:t>WiMax</a:t>
            </a:r>
            <a:r>
              <a:rPr lang="en-IN" sz="2200" dirty="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a:p>
            <a:pPr algn="just"/>
            <a:endParaRPr lang="en-US" sz="2200" dirty="0">
              <a:solidFill>
                <a:schemeClr val="tx1"/>
              </a:solidFill>
              <a:latin typeface="Times New Roman" pitchFamily="18" charset="0"/>
              <a:cs typeface="Times New Roman" pitchFamily="18" charset="0"/>
            </a:endParaRPr>
          </a:p>
        </p:txBody>
      </p:sp>
      <p:pic>
        <p:nvPicPr>
          <p:cNvPr id="1026" name="Picture 2" descr="Types of area networks - LAN, MAN and WAN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5759" y="4526478"/>
            <a:ext cx="3523941" cy="225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256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Campus or Corporate Area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2200" dirty="0">
              <a:solidFill>
                <a:schemeClr val="tx1"/>
              </a:solidFill>
              <a:latin typeface="Times New Roman" pitchFamily="18" charset="0"/>
              <a:cs typeface="Times New Roman" pitchFamily="18" charset="0"/>
            </a:endParaRPr>
          </a:p>
        </p:txBody>
      </p:sp>
      <p:sp>
        <p:nvSpPr>
          <p:cNvPr id="5" name="Subtitle 2"/>
          <p:cNvSpPr txBox="1">
            <a:spLocks/>
          </p:cNvSpPr>
          <p:nvPr/>
        </p:nvSpPr>
        <p:spPr>
          <a:xfrm>
            <a:off x="388814" y="9599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campus area network (CAN) is a computer network that spans a limited geographic area. CANs interconnect multiple local area networks (LAN) within an educational or corporate campus. Most CANs connect to the public Internet.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Parent organization owns and operates all the networking equipment and infrastructure.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Typically manages by internal IT team.</a:t>
            </a:r>
            <a:endParaRPr lang="en-US" sz="2200" dirty="0">
              <a:solidFill>
                <a:schemeClr val="tx1"/>
              </a:solidFill>
              <a:latin typeface="Times New Roman" pitchFamily="18" charset="0"/>
              <a:cs typeface="Times New Roman" pitchFamily="18" charset="0"/>
            </a:endParaRPr>
          </a:p>
          <a:p>
            <a:pPr algn="just"/>
            <a:endParaRPr lang="en-US" sz="2200" dirty="0">
              <a:solidFill>
                <a:schemeClr val="tx1"/>
              </a:solidFill>
              <a:latin typeface="Times New Roman" pitchFamily="18" charset="0"/>
              <a:cs typeface="Times New Roman" pitchFamily="18" charset="0"/>
            </a:endParaRPr>
          </a:p>
        </p:txBody>
      </p:sp>
      <p:pic>
        <p:nvPicPr>
          <p:cNvPr id="2050" name="Picture 2" descr="What is Campus Area Network(CAN) and How does it Work"/>
          <p:cNvPicPr>
            <a:picLocks noChangeAspect="1" noChangeArrowheads="1"/>
          </p:cNvPicPr>
          <p:nvPr/>
        </p:nvPicPr>
        <p:blipFill rotWithShape="1">
          <a:blip r:embed="rId2">
            <a:extLst>
              <a:ext uri="{28A0092B-C50C-407E-A947-70E740481C1C}">
                <a14:useLocalDpi xmlns:a14="http://schemas.microsoft.com/office/drawing/2010/main" val="0"/>
              </a:ext>
            </a:extLst>
          </a:blip>
          <a:srcRect t="8545" b="15455"/>
          <a:stretch/>
        </p:blipFill>
        <p:spPr bwMode="auto">
          <a:xfrm>
            <a:off x="2819400" y="3886200"/>
            <a:ext cx="6160234" cy="2937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227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Personal Area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2200" dirty="0">
              <a:solidFill>
                <a:schemeClr val="tx1"/>
              </a:solidFill>
              <a:latin typeface="Times New Roman" pitchFamily="18" charset="0"/>
              <a:cs typeface="Times New Roman" pitchFamily="18" charset="0"/>
            </a:endParaRPr>
          </a:p>
        </p:txBody>
      </p:sp>
      <p:sp>
        <p:nvSpPr>
          <p:cNvPr id="5" name="Subtitle 2"/>
          <p:cNvSpPr txBox="1">
            <a:spLocks/>
          </p:cNvSpPr>
          <p:nvPr/>
        </p:nvSpPr>
        <p:spPr>
          <a:xfrm>
            <a:off x="388814" y="9599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personal area network (PAN) connects electronic devices within a user's immediate area. The size of a PAN ranges from a few centimeters to a few meters. One of the most common real-world examples of a PAN is the connection between a Bluetooth earpiece and a smart phone. PANs can also connect laptops, tablets, printers, keyboards, and other computerized devices.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master (PC) tells the slaves what addresses to use, when they can broadcast, how long they can transmit, what frequencies they can use, and so on.</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Bluetooth devices, pacemaker, insulin pump, or hearing aid talks to a user-operated remote control.</a:t>
            </a:r>
          </a:p>
        </p:txBody>
      </p:sp>
      <p:pic>
        <p:nvPicPr>
          <p:cNvPr id="6" name="Content Placeholder 5" descr="download (1).png"/>
          <p:cNvPicPr>
            <a:picLocks noChangeAspect="1"/>
          </p:cNvPicPr>
          <p:nvPr/>
        </p:nvPicPr>
        <p:blipFill rotWithShape="1">
          <a:blip r:embed="rId2">
            <a:extLst>
              <a:ext uri="{28A0092B-C50C-407E-A947-70E740481C1C}">
                <a14:useLocalDpi xmlns:a14="http://schemas.microsoft.com/office/drawing/2010/main" val="0"/>
              </a:ext>
            </a:extLst>
          </a:blip>
          <a:srcRect l="9187" t="13398" r="8644" b="3827"/>
          <a:stretch/>
        </p:blipFill>
        <p:spPr>
          <a:xfrm>
            <a:off x="6621586" y="4572000"/>
            <a:ext cx="2446214" cy="2160955"/>
          </a:xfrm>
          <a:prstGeom prst="rect">
            <a:avLst/>
          </a:prstGeom>
        </p:spPr>
      </p:pic>
    </p:spTree>
    <p:extLst>
      <p:ext uri="{BB962C8B-B14F-4D97-AF65-F5344CB8AC3E}">
        <p14:creationId xmlns:p14="http://schemas.microsoft.com/office/powerpoint/2010/main" val="445034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Peer to Peer Network</a:t>
            </a:r>
            <a:endParaRPr lang="en-US" sz="2800" dirty="0">
              <a:solidFill>
                <a:srgbClr val="00B050"/>
              </a:solidFill>
              <a:latin typeface="Times New Roman" pitchFamily="18" charset="0"/>
              <a:cs typeface="Times New Roman" pitchFamily="18" charset="0"/>
            </a:endParaRPr>
          </a:p>
        </p:txBody>
      </p:sp>
      <p:sp>
        <p:nvSpPr>
          <p:cNvPr id="4" name="Subtitle 2"/>
          <p:cNvSpPr txBox="1">
            <a:spLocks/>
          </p:cNvSpPr>
          <p:nvPr/>
        </p:nvSpPr>
        <p:spPr>
          <a:xfrm>
            <a:off x="236414" y="8075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2200" dirty="0">
              <a:solidFill>
                <a:schemeClr val="tx1"/>
              </a:solidFill>
              <a:latin typeface="Times New Roman" pitchFamily="18" charset="0"/>
              <a:cs typeface="Times New Roman" pitchFamily="18" charset="0"/>
            </a:endParaRPr>
          </a:p>
        </p:txBody>
      </p:sp>
      <p:sp>
        <p:nvSpPr>
          <p:cNvPr id="5" name="Subtitle 2"/>
          <p:cNvSpPr txBox="1">
            <a:spLocks/>
          </p:cNvSpPr>
          <p:nvPr/>
        </p:nvSpPr>
        <p:spPr>
          <a:xfrm>
            <a:off x="388814" y="959922"/>
            <a:ext cx="8458200" cy="56388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peer-to-peer network is a network where the computers act as both workstations and servers.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Great for small, simple, and inexpensive networks.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a strict peer-to-peer networking setup, every computer is an equal; a peer in the network.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Each machine can have resources that are shared with any other machine.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There is no assigned role for any particular device, and each of the devices usually runs similar software. Any device can and will send requests to any other. </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182" t="11473" r="8061" b="15594"/>
          <a:stretch/>
        </p:blipFill>
        <p:spPr bwMode="auto">
          <a:xfrm>
            <a:off x="4038600" y="4236521"/>
            <a:ext cx="5015345" cy="2452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0166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Metrics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lnSpcReduction="10000"/>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Network metrics are qualitative and quantitative ways to observe and determine network behavior.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Network performance monitoring tools are designed to deliver out-of-the-box visibility into network availability and performance metrics.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They’re also designed to be fast, lightweight, and easy to use.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Alerts and get real-time notifications for outages and potential errors to monitor network metrics and minimize downtime and fix network failures.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Also able to monitor and track network bandwidth, network configurations. The network metrics are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Downloading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Uploading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Buffering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Speed- Baud rate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Bandwidth</a:t>
            </a:r>
          </a:p>
        </p:txBody>
      </p:sp>
    </p:spTree>
    <p:extLst>
      <p:ext uri="{BB962C8B-B14F-4D97-AF65-F5344CB8AC3E}">
        <p14:creationId xmlns:p14="http://schemas.microsoft.com/office/powerpoint/2010/main" val="2820255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Metrics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Downloading:</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computer networks, download means to receive data from a remote system, typically a server such as a web server, an FTP server, an email server, or other similar system.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generally transfers entire files for local storage and later use.</a:t>
            </a: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streaming, where the data is used nearly immediately, while the transmission is still in progress, and which may not be stored long-term. – restrictions on the data.</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Require more network bandwidth for both download and streaming.</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81000"/>
            <a:ext cx="9525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9772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Metrics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lnSpcReduction="10000"/>
          </a:bodyPr>
          <a:lstStyle/>
          <a:p>
            <a:pPr algn="just"/>
            <a:r>
              <a:rPr lang="en-IN" sz="2200" b="1" dirty="0">
                <a:solidFill>
                  <a:schemeClr val="tx1"/>
                </a:solidFill>
                <a:latin typeface="Times New Roman" pitchFamily="18" charset="0"/>
                <a:cs typeface="Times New Roman" pitchFamily="18" charset="0"/>
              </a:rPr>
              <a:t>Uploading:</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Uploading refers to transmitting data from one computer system to another through means of a network. </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uploading via web browsers, social media, emails etc.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Uploading can be used in the context of (potentially many) clients that send files to a central server.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Uploading can also be defined in the context of sending files between distributed clients, such as with a peer-to-peer (P2P) file-sharing protocol like </a:t>
            </a:r>
            <a:r>
              <a:rPr lang="en-US" sz="2200" dirty="0" err="1">
                <a:solidFill>
                  <a:schemeClr val="tx1"/>
                </a:solidFill>
                <a:latin typeface="Times New Roman" pitchFamily="18" charset="0"/>
                <a:cs typeface="Times New Roman" pitchFamily="18" charset="0"/>
              </a:rPr>
              <a:t>BitTorrent</a:t>
            </a:r>
            <a:r>
              <a:rPr lang="en-US" sz="2200" dirty="0">
                <a:solidFill>
                  <a:schemeClr val="tx1"/>
                </a:solidFill>
                <a:latin typeface="Times New Roman" pitchFamily="18" charset="0"/>
                <a:cs typeface="Times New Roman" pitchFamily="18" charset="0"/>
              </a:rPr>
              <a:t>, the term file sharing is more often used in this case.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Moving files within a computer system, as opposed to over a network, is called file copying.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Uploading directly contrasts with downloading.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Uploading is often slower than downloading as many internet service providers (ISPs) offer asymmetric connections, which offer more network bandwidth for downloading than uploading.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04800"/>
            <a:ext cx="9525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4364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Metrics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Buffering:</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Buffering refers to the process of temporarily storing data in memory (a buffer) before it is sent or received over a network.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buffer helps to smooth out any variations in the rate at which data can be sent or received, and ensures that the sender and receiver can work at their own pace without interruption. </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when streaming a video, the video player may buffer some of the video before it starts playing. This is done so that if the network connection is slow, the video can continue playing without interruption.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Similarly, buffering before sending the data to prevent the network from becoming overloaded.</a:t>
            </a:r>
          </a:p>
          <a:p>
            <a:pPr algn="just"/>
            <a:r>
              <a:rPr lang="en-IN" sz="2200" b="1" dirty="0">
                <a:solidFill>
                  <a:schemeClr val="tx1"/>
                </a:solidFill>
                <a:latin typeface="Times New Roman" pitchFamily="18" charset="0"/>
                <a:cs typeface="Times New Roman" pitchFamily="18" charset="0"/>
              </a:rPr>
              <a:t>Need: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Speed mismatches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Network handling</a:t>
            </a:r>
            <a:endParaRPr lang="en-US" sz="2200" dirty="0">
              <a:solidFill>
                <a:schemeClr val="tx1"/>
              </a:solidFill>
              <a:latin typeface="Times New Roman" pitchFamily="18" charset="0"/>
              <a:cs typeface="Times New Roman" pitchFamily="18" charset="0"/>
            </a:endParaRPr>
          </a:p>
        </p:txBody>
      </p:sp>
      <p:sp>
        <p:nvSpPr>
          <p:cNvPr id="4" name="Subtitle 2"/>
          <p:cNvSpPr txBox="1">
            <a:spLocks/>
          </p:cNvSpPr>
          <p:nvPr/>
        </p:nvSpPr>
        <p:spPr>
          <a:xfrm>
            <a:off x="2971800" y="5105400"/>
            <a:ext cx="2895600" cy="1600200"/>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Error handling</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Synchronization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User experience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Power optimization</a:t>
            </a:r>
            <a:endParaRPr lang="en-US" sz="2200" dirty="0">
              <a:solidFill>
                <a:schemeClr val="tx1"/>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0"/>
            <a:ext cx="1219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ubtitle 2"/>
          <p:cNvSpPr txBox="1">
            <a:spLocks/>
          </p:cNvSpPr>
          <p:nvPr/>
        </p:nvSpPr>
        <p:spPr>
          <a:xfrm>
            <a:off x="5715000" y="5084618"/>
            <a:ext cx="2895600" cy="1600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Ensure data integrity</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96467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Metrics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Speed-baud rate: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a digitally modulated signal or a line code, symbol rate, modulation rate or baud rate is the number of symbol changes, waveform changes, or signaling events across the transmission medium per unit of time.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symbol rate is measured in baud (</a:t>
            </a:r>
            <a:r>
              <a:rPr lang="en-US" sz="2200" dirty="0" err="1">
                <a:solidFill>
                  <a:schemeClr val="tx1"/>
                </a:solidFill>
                <a:latin typeface="Times New Roman" pitchFamily="18" charset="0"/>
                <a:cs typeface="Times New Roman" pitchFamily="18" charset="0"/>
              </a:rPr>
              <a:t>Bd</a:t>
            </a:r>
            <a:r>
              <a:rPr lang="en-US" sz="2200" dirty="0">
                <a:solidFill>
                  <a:schemeClr val="tx1"/>
                </a:solidFill>
                <a:latin typeface="Times New Roman" pitchFamily="18" charset="0"/>
                <a:cs typeface="Times New Roman" pitchFamily="18" charset="0"/>
              </a:rPr>
              <a:t>) or symbols per second.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the case of a line code, the symbol rate is the pulse rate in pulses per second. Each symbol can represent or convey one or several bits of data. The symbol rate is related to the gross bit rate, expressed in bits per second.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Bit rate = number of bits transmitted/ total time (in seconds)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Baud rate = number of signal elements/total time (in seconds)</a:t>
            </a:r>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9449" t="10183" r="24215" b="9302"/>
          <a:stretch/>
        </p:blipFill>
        <p:spPr bwMode="auto">
          <a:xfrm>
            <a:off x="152400" y="4849621"/>
            <a:ext cx="2168236" cy="1973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descr="Lightbox"/>
          <p:cNvPicPr>
            <a:picLocks noChangeAspect="1" noChangeArrowheads="1"/>
          </p:cNvPicPr>
          <p:nvPr/>
        </p:nvPicPr>
        <p:blipFill rotWithShape="1">
          <a:blip r:embed="rId3">
            <a:extLst>
              <a:ext uri="{28A0092B-C50C-407E-A947-70E740481C1C}">
                <a14:useLocalDpi xmlns:a14="http://schemas.microsoft.com/office/drawing/2010/main" val="0"/>
              </a:ext>
            </a:extLst>
          </a:blip>
          <a:srcRect l="9476" t="10579" r="29697" b="10071"/>
          <a:stretch/>
        </p:blipFill>
        <p:spPr bwMode="auto">
          <a:xfrm>
            <a:off x="6941128" y="4870403"/>
            <a:ext cx="2195945" cy="18351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320636" y="5403280"/>
            <a:ext cx="1572866" cy="769441"/>
          </a:xfrm>
          <a:prstGeom prst="rect">
            <a:avLst/>
          </a:prstGeom>
          <a:noFill/>
        </p:spPr>
        <p:txBody>
          <a:bodyPr wrap="none" rtlCol="0">
            <a:spAutoFit/>
          </a:bodyPr>
          <a:lstStyle/>
          <a:p>
            <a:r>
              <a:rPr lang="en-IN" sz="2200" dirty="0">
                <a:latin typeface="Times New Roman" pitchFamily="18" charset="0"/>
                <a:cs typeface="Times New Roman" pitchFamily="18" charset="0"/>
              </a:rPr>
              <a:t>Bit rate=3</a:t>
            </a:r>
          </a:p>
          <a:p>
            <a:r>
              <a:rPr lang="en-IN" sz="2200" dirty="0">
                <a:latin typeface="Times New Roman" pitchFamily="18" charset="0"/>
                <a:cs typeface="Times New Roman" pitchFamily="18" charset="0"/>
              </a:rPr>
              <a:t>Baud rate=3</a:t>
            </a:r>
            <a:endParaRPr lang="en-US" sz="2200" dirty="0">
              <a:latin typeface="Times New Roman" pitchFamily="18" charset="0"/>
              <a:cs typeface="Times New Roman" pitchFamily="18" charset="0"/>
            </a:endParaRPr>
          </a:p>
        </p:txBody>
      </p:sp>
      <p:sp>
        <p:nvSpPr>
          <p:cNvPr id="9" name="TextBox 8"/>
          <p:cNvSpPr txBox="1"/>
          <p:nvPr/>
        </p:nvSpPr>
        <p:spPr>
          <a:xfrm>
            <a:off x="5181600" y="5451771"/>
            <a:ext cx="1572866" cy="769441"/>
          </a:xfrm>
          <a:prstGeom prst="rect">
            <a:avLst/>
          </a:prstGeom>
          <a:noFill/>
        </p:spPr>
        <p:txBody>
          <a:bodyPr wrap="none" rtlCol="0">
            <a:spAutoFit/>
          </a:bodyPr>
          <a:lstStyle/>
          <a:p>
            <a:r>
              <a:rPr lang="en-IN" sz="2200" dirty="0">
                <a:latin typeface="Times New Roman" pitchFamily="18" charset="0"/>
                <a:cs typeface="Times New Roman" pitchFamily="18" charset="0"/>
              </a:rPr>
              <a:t>Bit rate=3</a:t>
            </a:r>
          </a:p>
          <a:p>
            <a:r>
              <a:rPr lang="en-IN" sz="2200" dirty="0">
                <a:latin typeface="Times New Roman" pitchFamily="18" charset="0"/>
                <a:cs typeface="Times New Roman" pitchFamily="18" charset="0"/>
              </a:rPr>
              <a:t>Baud rate=6</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3247683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Metrics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Speed-baud rate: Importance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Baud rate can determine the bandwidth requirements for transmission of the signal.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Baud rate is also used for the calculation of the Bit rate of a communication channel. Bit rate = Baud rate x bits per signal or symbol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 tuning parameter (i.e., it adjusts the Network congestion in data networking) for the transmission of a signal.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specifies how fast data can be sent over a serial line or serial interface (it’s an interface that sends data as a series of bits over a single wire.).</a:t>
            </a:r>
          </a:p>
        </p:txBody>
      </p:sp>
    </p:spTree>
    <p:extLst>
      <p:ext uri="{BB962C8B-B14F-4D97-AF65-F5344CB8AC3E}">
        <p14:creationId xmlns:p14="http://schemas.microsoft.com/office/powerpoint/2010/main" val="2865518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Metrics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Bandwidth:</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Network bandwidth is a measure of the data transfer rate or capacity of a given network. It’s a crucial network measurement for understanding the speed and quality of a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Network bandwidth is commonly measured in bits per second (bps). In practice, organizations and internet service providers (ISPs) measure bandwidth in megabits per second (Mbps) or gigabits per second (</a:t>
            </a:r>
            <a:r>
              <a:rPr lang="en-US" sz="2200" dirty="0" err="1">
                <a:solidFill>
                  <a:schemeClr val="tx1"/>
                </a:solidFill>
                <a:latin typeface="Times New Roman" pitchFamily="18" charset="0"/>
                <a:cs typeface="Times New Roman" pitchFamily="18" charset="0"/>
              </a:rPr>
              <a:t>Gbps</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Bandwidth is essential parameter of physical layer.</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0095542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Wired and Wireless Media</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000" b="1" dirty="0">
                <a:solidFill>
                  <a:schemeClr val="tx1"/>
                </a:solidFill>
                <a:latin typeface="Times New Roman" pitchFamily="18" charset="0"/>
                <a:cs typeface="Times New Roman" pitchFamily="18" charset="0"/>
              </a:rPr>
              <a:t>Wired Media: </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Twisted-pair Wires</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Coaxial Cables</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Fiber Optic Cables</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5G- technologies</a:t>
            </a:r>
          </a:p>
          <a:p>
            <a:pPr algn="just"/>
            <a:r>
              <a:rPr lang="en-IN" sz="2000" b="1" dirty="0">
                <a:solidFill>
                  <a:schemeClr val="tx1"/>
                </a:solidFill>
                <a:latin typeface="Times New Roman" pitchFamily="18" charset="0"/>
                <a:cs typeface="Times New Roman" pitchFamily="18" charset="0"/>
              </a:rPr>
              <a:t>Wireless Media:</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Terrestrial Microwaves</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Satellite Communication</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Infrared Communication</a:t>
            </a: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83008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Twisted Pair Wires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One of the oldest and still most common transmission media is twisted pair often used to carry voice as well as data communications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Low frequency transmission medium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twisted pair consists of two insulated copper wires twisted together in helical shape like a DNA model, typically about 1 mm thick.</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Parallel wires work as antenna, twisting cancels waves at different twists and radiates less effectively. </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Signal carried as difference in voltage in between these two wires, provides better immunity to noise.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More the number of twists per meter, less the crosstalk and more data rates (up to 1Gbps LAN cable).</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160" t="18616" r="1955" b="32899"/>
          <a:stretch/>
        </p:blipFill>
        <p:spPr bwMode="auto">
          <a:xfrm>
            <a:off x="4648200" y="4831772"/>
            <a:ext cx="43434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49370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Twisted Pair Wires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200" b="1" dirty="0">
                <a:solidFill>
                  <a:schemeClr val="tx1"/>
                </a:solidFill>
                <a:latin typeface="Times New Roman" pitchFamily="18" charset="0"/>
                <a:cs typeface="Times New Roman" pitchFamily="18" charset="0"/>
              </a:rPr>
              <a:t>UTP (unshielded twisted pair)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Each wire is insulated with plastic wrap, but the  pair is encased in an outer covering.</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Insulation reduces external interference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DSL or telephone lines in our houses have one extra pair in them</a:t>
            </a:r>
          </a:p>
          <a:p>
            <a:pPr algn="just"/>
            <a:r>
              <a:rPr lang="en-US"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Compact size, cost effective, easy to install</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Voice and data over short distance</a:t>
            </a:r>
          </a:p>
          <a:p>
            <a:pPr algn="just"/>
            <a:r>
              <a:rPr lang="en-US"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Insecure connection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Efficient for shorter distances &lt;100m.</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Limited bandwidth</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8705" t="11851" r="28622" b="30268"/>
          <a:stretch/>
        </p:blipFill>
        <p:spPr bwMode="auto">
          <a:xfrm>
            <a:off x="5562600" y="3657600"/>
            <a:ext cx="3311236"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5784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Twisted Pair Wires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200" b="1" dirty="0">
                <a:solidFill>
                  <a:schemeClr val="tx1"/>
                </a:solidFill>
                <a:latin typeface="Times New Roman" pitchFamily="18" charset="0"/>
                <a:cs typeface="Times New Roman" pitchFamily="18" charset="0"/>
              </a:rPr>
              <a:t>STP (shielded twisted pair)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Extra insulation or protective covering over the conductors in the form of a copper braid covering.</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Covering provides extra strength, reduces noise and interference.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Costly and difficult to install</a:t>
            </a:r>
            <a:endParaRPr lang="en-US" sz="2200" dirty="0">
              <a:solidFill>
                <a:schemeClr val="tx1"/>
              </a:solidFill>
              <a:latin typeface="Times New Roman" pitchFamily="18" charset="0"/>
              <a:cs typeface="Times New Roman" pitchFamily="18" charset="0"/>
            </a:endParaRPr>
          </a:p>
          <a:p>
            <a:pPr algn="just"/>
            <a:r>
              <a:rPr lang="en-US"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Long distance communication, transmission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Installed underground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Higher bandwidth compared to UTP </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Prevents EM interference</a:t>
            </a:r>
          </a:p>
          <a:p>
            <a:pPr algn="just"/>
            <a:r>
              <a:rPr lang="en-US"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Expensive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High maintenance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Underground installation only</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041" t="12602" r="27961" b="10348"/>
          <a:stretch/>
        </p:blipFill>
        <p:spPr bwMode="auto">
          <a:xfrm>
            <a:off x="5334000" y="3581400"/>
            <a:ext cx="3560618" cy="240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0145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Twisted Pair Wires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Applications: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Telephone lines to provide data and voice channels.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DSL lines make use of these cables.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Local Area Networks (LAN) also make use of twisted pair cables.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Used for both analog and digital transmission.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RJ-45 is a very common application of twisted pair cables</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Disadvantages:</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Susceptibility to interference and noise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Attenuation problem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For analog, repeaters needed every 5-6km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For digital, repeaters needed every 2-3km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Relatively low bandwidth (3000Hz)</a:t>
            </a:r>
          </a:p>
          <a:p>
            <a:pPr algn="just"/>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07165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Coaxial cables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Has an inner conductor surrounded by a  braided mesh</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Both conductors share a common center axial,  hence the term “co-axial”</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Better shielding and greater bandwidths, longer distances at high speed</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Used for cable television, LANs, MANs and  telephony.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coaxial cable consists of a stiff copper wire as the core, surrounded by an insulating material.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insulator is encased by a cylindrical conductor, often as a closely woven braided mesh.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outer conductor is covered in a protective plastic sheath.</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Bandwidths up to few GHz.</a:t>
            </a:r>
            <a:endParaRPr lang="en-US" sz="2200" dirty="0">
              <a:solidFill>
                <a:schemeClr val="tx1"/>
              </a:solidFill>
              <a:latin typeface="Times New Roman" pitchFamily="18" charset="0"/>
              <a:cs typeface="Times New Roman" pitchFamily="18" charset="0"/>
            </a:endParaRPr>
          </a:p>
          <a:p>
            <a:pPr algn="just"/>
            <a:endParaRPr lang="en-US" sz="2200" dirty="0">
              <a:solidFill>
                <a:schemeClr val="tx1"/>
              </a:solidFill>
              <a:latin typeface="Times New Roman" pitchFamily="18" charset="0"/>
              <a:cs typeface="Times New Roman" pitchFamily="18" charset="0"/>
            </a:endParaRPr>
          </a:p>
        </p:txBody>
      </p:sp>
      <p:sp>
        <p:nvSpPr>
          <p:cNvPr id="4" name="object 3"/>
          <p:cNvSpPr>
            <a:spLocks noChangeArrowheads="1"/>
          </p:cNvSpPr>
          <p:nvPr/>
        </p:nvSpPr>
        <p:spPr bwMode="auto">
          <a:xfrm>
            <a:off x="4495800" y="4876800"/>
            <a:ext cx="4495800" cy="18288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Tree>
    <p:extLst>
      <p:ext uri="{BB962C8B-B14F-4D97-AF65-F5344CB8AC3E}">
        <p14:creationId xmlns:p14="http://schemas.microsoft.com/office/powerpoint/2010/main" val="3646542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Coaxial cables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Higher bandwidth</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 400 to 600Mhz</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 up to 10,800 voice conversations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Can be tapped easily (pros and cons)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Much less susceptible to interference than  twisted pair</a:t>
            </a:r>
          </a:p>
          <a:p>
            <a:pPr algn="just"/>
            <a:r>
              <a:rPr lang="en-IN"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High attenuation rate makes it expensive over  long distance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Bulky</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259777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Fiber optic cable</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Fiber optic cables are similar to coax, except without the braid.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center is the glass core through which the light propagates.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core is surrounded by a glass cladding with a lower index of refraction than the core, to keep all the light in the core.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Next comes a thin plastic jacket to protect the cladding.</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Light source, transmission medium and the detector are key components.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light ray incident at or above the critical angle is trapped inside the fiber.</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LED or semiconductor lasers act as light source and photodiode at the receiving side gives off electrical pulse when struck by light.</a:t>
            </a:r>
            <a:endParaRPr lang="en-US" sz="2200" dirty="0">
              <a:solidFill>
                <a:schemeClr val="tx1"/>
              </a:solidFill>
              <a:latin typeface="Times New Roman" pitchFamily="18" charset="0"/>
              <a:cs typeface="Times New Roman" pitchFamily="18" charset="0"/>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087" t="47024" r="36415" b="33532"/>
          <a:stretch/>
        </p:blipFill>
        <p:spPr bwMode="auto">
          <a:xfrm>
            <a:off x="3744685" y="5435600"/>
            <a:ext cx="5399315"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9268" t="32936" r="37753" b="49206"/>
          <a:stretch/>
        </p:blipFill>
        <p:spPr bwMode="auto">
          <a:xfrm>
            <a:off x="76200" y="5257800"/>
            <a:ext cx="3488263"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9162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Fiber optic cable</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lnSpcReduction="10000"/>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multimode fibers (multiple light rays with different modes reflecting at different lengths), the core is typically 50 microns in diameter, about the thickness of a human hair.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single-mode fibers (light transmits in a straight line), the core is 8 to 10 microns-few wavelengths of light.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Terrestrial sheaths and deep water sheaths establish wide area and intercontinental network.</a:t>
            </a:r>
          </a:p>
          <a:p>
            <a:pPr algn="just"/>
            <a:r>
              <a:rPr lang="en-IN" sz="2200" b="1" dirty="0">
                <a:solidFill>
                  <a:schemeClr val="tx1"/>
                </a:solidFill>
                <a:latin typeface="Times New Roman" pitchFamily="18" charset="0"/>
                <a:cs typeface="Times New Roman" pitchFamily="18" charset="0"/>
              </a:rPr>
              <a:t>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higher bandwidths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Low attenuation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Immune to power surges, EMI &amp; power failures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Immune to corrosive chemicals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Thin and light weight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Easy to install </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Do not leak light and difficult to tap</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414145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Fiber optic cable</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Disadvantages: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Skill requirement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Damages at bends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Unidirectional transmission: require two fibers or two frequency bands in one fiber for two way communication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Interface cost is high</a:t>
            </a: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363333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Wireless Media</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The EM spectrum</a:t>
            </a:r>
            <a:endParaRPr lang="en-US" sz="2200" b="1" dirty="0">
              <a:solidFill>
                <a:schemeClr val="tx1"/>
              </a:solidFill>
              <a:latin typeface="Times New Roman" pitchFamily="18" charset="0"/>
              <a:cs typeface="Times New Roman" pitchFamily="18" charset="0"/>
            </a:endParaRP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307" t="27183" r="37307" b="30555"/>
          <a:stretch/>
        </p:blipFill>
        <p:spPr bwMode="auto">
          <a:xfrm>
            <a:off x="3473720" y="533400"/>
            <a:ext cx="544168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5238" b="7143"/>
          <a:stretch/>
        </p:blipFill>
        <p:spPr bwMode="auto">
          <a:xfrm>
            <a:off x="152400" y="3817256"/>
            <a:ext cx="7315200" cy="3040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1451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Wireless Media</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The EM spectrum</a:t>
            </a:r>
            <a:endParaRPr lang="en-US" sz="2200" b="1" dirty="0">
              <a:solidFill>
                <a:schemeClr val="tx1"/>
              </a:solidFill>
              <a:latin typeface="Times New Roman" pitchFamily="18" charset="0"/>
              <a:cs typeface="Times New Roman" pitchFamily="18" charset="0"/>
            </a:endParaRPr>
          </a:p>
        </p:txBody>
      </p:sp>
      <p:pic>
        <p:nvPicPr>
          <p:cNvPr id="1028" name="Picture 4" descr="The Electromagnetic spectrum | The HSE-gateway | Ui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71600"/>
            <a:ext cx="7592741"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584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Terrestrial Microwaves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6019800"/>
          </a:xfrm>
        </p:spPr>
        <p:txBody>
          <a:bodyPr>
            <a:normAutofit lnSpcReduction="10000"/>
          </a:body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Terrestrial communication follows two ways. 1. Radio, 2. Microwave</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Radio frequency </a:t>
            </a:r>
            <a:r>
              <a:rPr lang="en-US" sz="2200" dirty="0">
                <a:solidFill>
                  <a:schemeClr val="tx1"/>
                </a:solidFill>
                <a:latin typeface="Times New Roman" pitchFamily="18" charset="0"/>
                <a:cs typeface="Times New Roman" pitchFamily="18" charset="0"/>
              </a:rPr>
              <a:t>(3KHz to 1GHz) waves are easy to generate, travel long distances, penetrate through walls.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Highly regulated. Use Omni directional antennas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Transmission and reception are achieved by means of  an antenna</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Radio waves are frequency dependent- low frequency waves penetrate through walls but power falls sharply with the distance-</a:t>
            </a:r>
            <a:r>
              <a:rPr lang="en-IN" sz="2200" b="1" dirty="0">
                <a:solidFill>
                  <a:schemeClr val="tx1"/>
                </a:solidFill>
                <a:latin typeface="Times New Roman" pitchFamily="18" charset="0"/>
                <a:cs typeface="Times New Roman" pitchFamily="18" charset="0"/>
              </a:rPr>
              <a:t>path loss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High frequency waves travel in straight lines and bounce off obstacles- Reflections are key- path loss still exist- absorbed by rain and other obstacles.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 Interference from motors and other e-gadgets effect  RF waves.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Compared to twisted pair and fiber optics, signal drops by same amount for double the distance.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VLF, LF, and MF follow ground- ranges up to 1000km at lower frequencies and less at higher frequencies.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MF band for AM radio services. For data transmission, bandwidth is a constraint.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719509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Terrestrial Microwaves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HF and VHF tend to absorbed by earth, refractions from ionosphere (100-500km above earth surface) provide long distance communication – amateur radio and military communications.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The antennas of two types:</a:t>
            </a:r>
            <a:endParaRPr lang="en-US" sz="2200" dirty="0">
              <a:solidFill>
                <a:schemeClr val="tx1"/>
              </a:solidFill>
              <a:latin typeface="Times New Roman" pitchFamily="18" charset="0"/>
              <a:cs typeface="Times New Roman" pitchFamily="18" charset="0"/>
            </a:endParaRPr>
          </a:p>
          <a:p>
            <a:pPr algn="just"/>
            <a:r>
              <a:rPr lang="en-US" sz="2200" b="1" dirty="0">
                <a:solidFill>
                  <a:schemeClr val="tx1"/>
                </a:solidFill>
                <a:latin typeface="Times New Roman" pitchFamily="18" charset="0"/>
                <a:cs typeface="Times New Roman" pitchFamily="18" charset="0"/>
              </a:rPr>
              <a:t>Directional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transmitting antenna puts out focused beam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transmitter and receiver must be aligned</a:t>
            </a:r>
          </a:p>
          <a:p>
            <a:pPr algn="just"/>
            <a:r>
              <a:rPr lang="en-US" sz="2200" b="1" dirty="0">
                <a:solidFill>
                  <a:schemeClr val="tx1"/>
                </a:solidFill>
                <a:latin typeface="Times New Roman" pitchFamily="18" charset="0"/>
                <a:cs typeface="Times New Roman" pitchFamily="18" charset="0"/>
              </a:rPr>
              <a:t>omnidirectional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signal spreads out in all directions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can be received by many antennas</a:t>
            </a:r>
          </a:p>
          <a:p>
            <a:pPr algn="just"/>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4" name="Image"/>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0" y="4572000"/>
            <a:ext cx="1920875"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1083" t="45833" r="38153" b="34524"/>
          <a:stretch/>
        </p:blipFill>
        <p:spPr bwMode="auto">
          <a:xfrm>
            <a:off x="54997" y="4800600"/>
            <a:ext cx="7031603"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52803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Terrestrial Microwaves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6019800"/>
          </a:xfrm>
        </p:spPr>
        <p:txBody>
          <a:bodyPr>
            <a:normAutofit/>
          </a:bodyPr>
          <a:lstStyle/>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Microwaves </a:t>
            </a:r>
            <a:r>
              <a:rPr lang="en-IN" sz="2200" dirty="0">
                <a:solidFill>
                  <a:schemeClr val="tx1"/>
                </a:solidFill>
                <a:latin typeface="Times New Roman" pitchFamily="18" charset="0"/>
                <a:cs typeface="Times New Roman" pitchFamily="18" charset="0"/>
              </a:rPr>
              <a:t>(&gt;100MHz) travel in nearly straight lines, narrowly focused.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A parabolic antenna concentrating energy into a small beam- transmitting and receiving antennas should be properly aligned.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Directionality allows multiple transmitters communicate with multiple receivers without interference- with spacing constraints.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For 100m height tower, repeaters can be at 80km apart.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Microwaves do not pass through buildings.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Low-lying atmospheric layers cause refractions and cause delays in the waves at receiver, these delayed signals form </a:t>
            </a:r>
            <a:r>
              <a:rPr lang="en-IN" sz="2200" b="1" dirty="0">
                <a:solidFill>
                  <a:schemeClr val="tx1"/>
                </a:solidFill>
                <a:latin typeface="Times New Roman" pitchFamily="18" charset="0"/>
                <a:cs typeface="Times New Roman" pitchFamily="18" charset="0"/>
              </a:rPr>
              <a:t>multipath fading</a:t>
            </a:r>
            <a:r>
              <a:rPr lang="en-IN"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Bands up to 10GHz are in use, but about 4GHz waves absorbed by water.</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Used in long-distance telephone communication, mobile phones and television distribution etc.</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Governments regulate over allocation of bandwidths for telephone and data transmission services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81396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Terrestrial Microwaves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6019800"/>
          </a:xfrm>
        </p:spPr>
        <p:txBody>
          <a:bodyPr>
            <a:normAutofit/>
          </a:body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Higher frequency bands around 60GHz are in demand, technologies are advancing toward that.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These bands provide high data rate- HD TV streaming-in short range networks- absorbed by oxygen.</a:t>
            </a:r>
          </a:p>
          <a:p>
            <a:pPr algn="just"/>
            <a:r>
              <a:rPr lang="en-IN" sz="2200" b="1" dirty="0">
                <a:solidFill>
                  <a:schemeClr val="tx1"/>
                </a:solidFill>
                <a:latin typeface="Times New Roman" pitchFamily="18" charset="0"/>
                <a:cs typeface="Times New Roman" pitchFamily="18" charset="0"/>
              </a:rPr>
              <a:t>Advantage over guided media:</a:t>
            </a: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Small area for tower than entire operating station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Inexpensive compared to optical fiber costs</a:t>
            </a:r>
          </a:p>
          <a:p>
            <a:pPr algn="just"/>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39515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Satellite Communications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6019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general terms, a satellite is a smaller object that revolves around a larger object in space. For example, moon is a natural satellite of earth.</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communication satellite is a big microwave repeater in the sky with multiple transponders-listens signal, amplify, retransmit in another frequency to avoid interference.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downward beams can be broad, covering a substantial fraction of the earth’s surface, or narrow, covering an area only hundreds of kilometers in diameter.</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Kepler’s</a:t>
            </a:r>
            <a:r>
              <a:rPr lang="en-IN" sz="2200" dirty="0">
                <a:solidFill>
                  <a:schemeClr val="tx1"/>
                </a:solidFill>
                <a:latin typeface="Times New Roman" pitchFamily="18" charset="0"/>
                <a:cs typeface="Times New Roman" pitchFamily="18" charset="0"/>
              </a:rPr>
              <a:t> law: orbit period=radius</a:t>
            </a:r>
            <a:r>
              <a:rPr lang="en-IN" sz="2200" baseline="30000" dirty="0">
                <a:solidFill>
                  <a:schemeClr val="tx1"/>
                </a:solidFill>
                <a:latin typeface="Times New Roman" pitchFamily="18" charset="0"/>
                <a:cs typeface="Times New Roman" pitchFamily="18" charset="0"/>
              </a:rPr>
              <a:t>(3/2)</a:t>
            </a:r>
            <a:endParaRPr lang="en-US" sz="2200" baseline="30000" dirty="0">
              <a:solidFill>
                <a:schemeClr val="tx1"/>
              </a:solidFill>
              <a:latin typeface="Times New Roman" pitchFamily="18" charset="0"/>
              <a:cs typeface="Times New Roman" pitchFamily="18" charset="0"/>
            </a:endParaRPr>
          </a:p>
          <a:p>
            <a:pPr algn="just"/>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3886200"/>
            <a:ext cx="274113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ubtitle 2"/>
          <p:cNvSpPr txBox="1">
            <a:spLocks/>
          </p:cNvSpPr>
          <p:nvPr/>
        </p:nvSpPr>
        <p:spPr>
          <a:xfrm>
            <a:off x="304800" y="4488873"/>
            <a:ext cx="5791200" cy="2362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Near earth satellite period: 90 min (Int. Space Station).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At an altitude of about 35,800 km, the period is 24 hours (</a:t>
            </a: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IRNSS satellites).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At an altitude of 384,000 km, the period is about one month (</a:t>
            </a: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Moon).</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643925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Satellite Communications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6019800"/>
          </a:xfrm>
        </p:spPr>
        <p:txBody>
          <a:bodyPr>
            <a:normAutofit/>
          </a:bodyPr>
          <a:lstStyle/>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Geostationary satellites </a:t>
            </a:r>
            <a:r>
              <a:rPr lang="en-IN" sz="2200" dirty="0">
                <a:solidFill>
                  <a:schemeClr val="tx1"/>
                </a:solidFill>
                <a:latin typeface="Times New Roman" pitchFamily="18" charset="0"/>
                <a:cs typeface="Times New Roman" pitchFamily="18" charset="0"/>
              </a:rPr>
              <a:t>with multiple transponders with polarization and multiple frequencies increase the available bandwidth.</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Lasts 10 or more years till the fuel available and later descend to earth surface.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Uplink is up to 1Mbps, downlink is up to several Mbps.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Require large power to reach them.</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Delays in terrestrial microwaves-3 </a:t>
            </a:r>
            <a:r>
              <a:rPr lang="en-IN" sz="2200" dirty="0" err="1">
                <a:solidFill>
                  <a:schemeClr val="tx1"/>
                </a:solidFill>
                <a:latin typeface="Times New Roman" pitchFamily="18" charset="0"/>
                <a:cs typeface="Times New Roman" pitchFamily="18" charset="0"/>
              </a:rPr>
              <a:t>microsec</a:t>
            </a:r>
            <a:r>
              <a:rPr lang="en-IN" sz="2200" dirty="0">
                <a:solidFill>
                  <a:schemeClr val="tx1"/>
                </a:solidFill>
                <a:latin typeface="Times New Roman" pitchFamily="18" charset="0"/>
                <a:cs typeface="Times New Roman" pitchFamily="18" charset="0"/>
              </a:rPr>
              <a:t>/km, coaxial cables and optical fiber- 5 </a:t>
            </a:r>
            <a:r>
              <a:rPr lang="en-IN" sz="2200" dirty="0" err="1">
                <a:solidFill>
                  <a:schemeClr val="tx1"/>
                </a:solidFill>
                <a:latin typeface="Times New Roman" pitchFamily="18" charset="0"/>
                <a:cs typeface="Times New Roman" pitchFamily="18" charset="0"/>
              </a:rPr>
              <a:t>microsec</a:t>
            </a:r>
            <a:r>
              <a:rPr lang="en-IN" sz="2200" dirty="0">
                <a:solidFill>
                  <a:schemeClr val="tx1"/>
                </a:solidFill>
                <a:latin typeface="Times New Roman" pitchFamily="18" charset="0"/>
                <a:cs typeface="Times New Roman" pitchFamily="18" charset="0"/>
              </a:rPr>
              <a:t>/km, travel fast in air than in solid materials.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Similar cost for broadcasting for thousands of stations in the foot print and to a single one.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Have excellent error rates to deploy for civilian and military applications.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Cost of message is independent of distance.</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GSAT, ASTROSAT and IRNSS</a:t>
            </a:r>
            <a:endParaRPr lang="en-US" sz="2200"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4876800"/>
            <a:ext cx="245745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89719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Satellite Communications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6019800"/>
          </a:xfrm>
        </p:spPr>
        <p:txBody>
          <a:bodyPr>
            <a:normAutofit/>
          </a:bodyPr>
          <a:lstStyle/>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Medium Earth Orbit satellites </a:t>
            </a:r>
            <a:r>
              <a:rPr lang="en-IN" sz="2200" dirty="0">
                <a:solidFill>
                  <a:schemeClr val="tx1"/>
                </a:solidFill>
                <a:latin typeface="Times New Roman" pitchFamily="18" charset="0"/>
                <a:cs typeface="Times New Roman" pitchFamily="18" charset="0"/>
              </a:rPr>
              <a:t>take 6 hours to circle the earth.</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They must be tracked.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Lower than GEO, requires less power to reach.</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GPS satellites at 20,200km.</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Low earth orbit </a:t>
            </a:r>
            <a:r>
              <a:rPr lang="en-IN" sz="2200" dirty="0">
                <a:solidFill>
                  <a:schemeClr val="tx1"/>
                </a:solidFill>
                <a:latin typeface="Times New Roman" pitchFamily="18" charset="0"/>
                <a:cs typeface="Times New Roman" pitchFamily="18" charset="0"/>
              </a:rPr>
              <a:t>satellites take 90mins to circle the earth. </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Large number of satellites required for entire system.</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Low launch costs, easy to reach and </a:t>
            </a:r>
            <a:r>
              <a:rPr lang="en-IN" sz="2200" dirty="0" err="1">
                <a:solidFill>
                  <a:schemeClr val="tx1"/>
                </a:solidFill>
                <a:latin typeface="Times New Roman" pitchFamily="18" charset="0"/>
                <a:cs typeface="Times New Roman" pitchFamily="18" charset="0"/>
              </a:rPr>
              <a:t>milli</a:t>
            </a:r>
            <a:r>
              <a:rPr lang="en-IN" sz="2200" dirty="0">
                <a:solidFill>
                  <a:schemeClr val="tx1"/>
                </a:solidFill>
                <a:latin typeface="Times New Roman" pitchFamily="18" charset="0"/>
                <a:cs typeface="Times New Roman" pitchFamily="18" charset="0"/>
              </a:rPr>
              <a:t> seconds of delay in round trip of signal.</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NISAR earth observation satellites and </a:t>
            </a:r>
            <a:r>
              <a:rPr lang="en-IN" sz="2200" dirty="0" err="1">
                <a:solidFill>
                  <a:schemeClr val="tx1"/>
                </a:solidFill>
                <a:latin typeface="Times New Roman" pitchFamily="18" charset="0"/>
                <a:cs typeface="Times New Roman" pitchFamily="18" charset="0"/>
              </a:rPr>
              <a:t>Cartosat</a:t>
            </a:r>
            <a:r>
              <a:rPr lang="en-IN" sz="2200" dirty="0">
                <a:solidFill>
                  <a:schemeClr val="tx1"/>
                </a:solidFill>
                <a:latin typeface="Times New Roman" pitchFamily="18" charset="0"/>
                <a:cs typeface="Times New Roman" pitchFamily="18" charset="0"/>
              </a:rPr>
              <a:t> &lt;2000km, around 300km.</a:t>
            </a:r>
          </a:p>
          <a:p>
            <a:pPr algn="just"/>
            <a:r>
              <a:rPr lang="en-IN" sz="2200" b="1" dirty="0">
                <a:solidFill>
                  <a:schemeClr val="tx1"/>
                </a:solidFill>
                <a:latin typeface="Times New Roman" pitchFamily="18" charset="0"/>
                <a:cs typeface="Times New Roman" pitchFamily="18" charset="0"/>
              </a:rPr>
              <a:t>Advantages over fiber:</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Rapid development.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Military and rescue operations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Communication to remote areas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Broadcasting to multiple users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618983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Infrared Communications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6019800"/>
          </a:xfrm>
        </p:spPr>
        <p:txBody>
          <a:bodyPr>
            <a:normAutofit/>
          </a:body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Used for short range communications- remote controls, VCS and stereos.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Directional, cheap and easy to build but do not pass through objects.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As we go from long-wave radio toward visible light, the waves behave more and more like light and less and less like radio.</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Not interfere with a similar system in adjacent rooms or buildings- increases security.</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Used to share few bits </a:t>
            </a:r>
            <a:r>
              <a:rPr lang="en-IN" sz="2200">
                <a:solidFill>
                  <a:schemeClr val="tx1"/>
                </a:solidFill>
                <a:latin typeface="Times New Roman" pitchFamily="18" charset="0"/>
                <a:cs typeface="Times New Roman" pitchFamily="18" charset="0"/>
              </a:rPr>
              <a:t>of information.</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398" t="27183" r="53454" b="57846"/>
          <a:stretch/>
        </p:blipFill>
        <p:spPr bwMode="auto">
          <a:xfrm>
            <a:off x="6295420" y="5334000"/>
            <a:ext cx="2777576"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267200"/>
            <a:ext cx="4495800"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69164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Devices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Hub</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Repeater</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Switch</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Bridge</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Router</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Gateway</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Network Interface Card</a:t>
            </a:r>
          </a:p>
          <a:p>
            <a:pPr marL="342900" indent="-342900" algn="just">
              <a:buFont typeface="Arial" pitchFamily="34" charset="0"/>
              <a:buChar char="•"/>
            </a:pPr>
            <a:r>
              <a:rPr lang="en-IN" sz="2000" dirty="0">
                <a:solidFill>
                  <a:schemeClr val="tx1"/>
                </a:solidFill>
                <a:latin typeface="Times New Roman" pitchFamily="18" charset="0"/>
                <a:cs typeface="Times New Roman" pitchFamily="18" charset="0"/>
              </a:rPr>
              <a:t>RJ45</a:t>
            </a:r>
          </a:p>
        </p:txBody>
      </p:sp>
    </p:spTree>
    <p:extLst>
      <p:ext uri="{BB962C8B-B14F-4D97-AF65-F5344CB8AC3E}">
        <p14:creationId xmlns:p14="http://schemas.microsoft.com/office/powerpoint/2010/main" val="12342335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HUB</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hub has a number of input lines that it joins electrically.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Frames arriving on any of the lines are sent out on all the others- listening problem.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All the lines coming into a hub must operate at the same speed.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Hubs differ from repeaters in that they do not (usually) amplify the incoming signals and are designed for multiple input lines, but the differences are slight.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Hubs are physical layer devices that do not examine the link layer addresses or use them in any way.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Hubs cannot provide routing capabilities or other advanced network services.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Referred to as "dumb switches."</a:t>
            </a: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05400" y="4955530"/>
            <a:ext cx="2971800" cy="1445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69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additive="base">
                                        <p:cTn id="7" dur="500" fill="hold"/>
                                        <p:tgtEl>
                                          <p:spTgt spid="1027"/>
                                        </p:tgtEl>
                                        <p:attrNameLst>
                                          <p:attrName>ppt_x</p:attrName>
                                        </p:attrNameLst>
                                      </p:cBhvr>
                                      <p:tavLst>
                                        <p:tav tm="0">
                                          <p:val>
                                            <p:strVal val="#ppt_x"/>
                                          </p:val>
                                        </p:tav>
                                        <p:tav tm="100000">
                                          <p:val>
                                            <p:strVal val="#ppt_x"/>
                                          </p:val>
                                        </p:tav>
                                      </p:tavLst>
                                    </p:anim>
                                    <p:anim calcmode="lin" valueType="num">
                                      <p:cBhvr additive="base">
                                        <p:cTn id="8"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Repeater</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Exist in the physical layer.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These are analog devices that work with signals on the cables to which they are connected.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signal appearing on one cable is cleaned up, amplified, and put out on another cable.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Repeaters do not understand frames, packets, or headers. They understand the symbols that encode bits as volts.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Classic Ethernet, for example, was designed to allow four repeaters that would boost the signal to extend the maximum cable length from 500 meters to 2500 meters.</a:t>
            </a:r>
            <a:endParaRPr lang="en-IN" sz="220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672" t="15141" r="13316" b="4878"/>
          <a:stretch/>
        </p:blipFill>
        <p:spPr bwMode="auto">
          <a:xfrm>
            <a:off x="5638800" y="4328557"/>
            <a:ext cx="3352800" cy="2460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8813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Switch</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Switches are active devices, has many ports and at data link layer (layer2),</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Use packet switching to send, receive or forward data packets or frames.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Use MAC address to send packets to selected destination ports.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supports unicast (one-to-one), multicast (one-to-many) and broadcast (one-to-all) communications, with full duplex channel.</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Prevents data collision.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Reduces network congestion.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Increases network performance.</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7800" y="4038600"/>
            <a:ext cx="3124200" cy="1990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5159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Bridge</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Bridges at data link layer (layer2), connect two or more LANs. And forwards or filters data packets between them.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Creates an extended network in which any two workstations on the linked LANs can share data.</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Transparent to protocols and to higher level devices like routers.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Forward data depending on the Hardware (MAC) address, not the Network address (IP).</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only outputs the frame on the port where it is needed and can forward multiple frames at the same time.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Better isolation than hubs, supports inputs with different speeds and with different networking techniques.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2050" name="Picture 2" descr="Bridge in Computer Network in Hindi - ब्रिज क्या है?"/>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0755" y="4610173"/>
            <a:ext cx="2819400" cy="2220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67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Router</a:t>
            </a: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Router Resides on Layer 3 of the OSI model and connects any number of LANs.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Uses standardized protocols to move packets efficiently to their destination.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More sophisticated than bridges, connecting networks of different types (for example, star and token ring)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Forwards data depending on the Network address (IP), not the Hardware (MAC) address.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Routers are the only one of these four devices that will allow you to share a single IP address among multiple network clients.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frame header and trailer in a packet are stripped off and the packet located in the frame’s payload field is passed to the routing software.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software uses the packet header to choose an output line.</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7800" y="81932"/>
            <a:ext cx="2038350" cy="1360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046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Gateway</a:t>
            </a: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Gateway refers to a forwarding process that runs at a high layer.</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Transport gateways</a:t>
            </a:r>
            <a:r>
              <a:rPr lang="en-US" sz="2200" dirty="0">
                <a:solidFill>
                  <a:schemeClr val="tx1"/>
                </a:solidFill>
                <a:latin typeface="Times New Roman" pitchFamily="18" charset="0"/>
                <a:cs typeface="Times New Roman" pitchFamily="18" charset="0"/>
              </a:rPr>
              <a:t> Present in transport layer and connect two computers that use different connection-oriented transport protocols.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can copy the packets from one connection to the other, reformatting them as need be.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Finally, </a:t>
            </a:r>
            <a:r>
              <a:rPr lang="en-US" sz="2200" b="1" dirty="0">
                <a:solidFill>
                  <a:schemeClr val="tx1"/>
                </a:solidFill>
                <a:latin typeface="Times New Roman" pitchFamily="18" charset="0"/>
                <a:cs typeface="Times New Roman" pitchFamily="18" charset="0"/>
              </a:rPr>
              <a:t>application gateways</a:t>
            </a:r>
            <a:r>
              <a:rPr lang="en-US" sz="2200" dirty="0">
                <a:solidFill>
                  <a:schemeClr val="tx1"/>
                </a:solidFill>
                <a:latin typeface="Times New Roman" pitchFamily="18" charset="0"/>
                <a:cs typeface="Times New Roman" pitchFamily="18" charset="0"/>
              </a:rPr>
              <a:t> understand the format and contents of the data and can translate messages from one format to another.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An email gateway could translate Internet messages into SMS messages for mobile phones, for example.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4461932"/>
            <a:ext cx="3976255" cy="2209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68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ppt_x"/>
                                          </p:val>
                                        </p:tav>
                                        <p:tav tm="100000">
                                          <p:val>
                                            <p:strVal val="#ppt_x"/>
                                          </p:val>
                                        </p:tav>
                                      </p:tavLst>
                                    </p:anim>
                                    <p:anim calcmode="lin" valueType="num">
                                      <p:cBhvr additive="base">
                                        <p:cTn id="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Interface Card</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 circuit board installed in a computer that provides a dedicated network connection to the computer also called LAN adapter.</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Provides wired and wireless communications.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It is both physical and data link layer device.</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Puts the data into packets and transmits packet onto the network.</a:t>
            </a: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9600" y="3352800"/>
            <a:ext cx="4315147"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19245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RJ 45</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Registered jack-45 (RJ45) is an eight-wire connector used to connect computers on local area networks.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Initially used as a telephone-only standard, but adapted to high-speed modems and other computer networks.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3027218"/>
            <a:ext cx="352425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44477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Network Topologies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200" dirty="0">
                <a:solidFill>
                  <a:schemeClr val="tx1"/>
                </a:solidFill>
                <a:latin typeface="Times New Roman" pitchFamily="18" charset="0"/>
                <a:cs typeface="Times New Roman" pitchFamily="18" charset="0"/>
              </a:rPr>
              <a:t>The arrangement of a network that comprises nodes and connecting lines via sender and receiver is referred to as network topology. The various network topologies are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Bus Topology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Star Topology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Ring Topology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Mesh Topology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Hybrid Topology</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753064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Bus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bus is the simplest physical topology. It consists of a single cable that runs to every workstation called as </a:t>
            </a:r>
            <a:r>
              <a:rPr lang="en-US" sz="2200" b="1" dirty="0">
                <a:solidFill>
                  <a:schemeClr val="tx1"/>
                </a:solidFill>
                <a:latin typeface="Times New Roman" pitchFamily="18" charset="0"/>
                <a:cs typeface="Times New Roman" pitchFamily="18" charset="0"/>
              </a:rPr>
              <a:t>backbone</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Uses the least amount of cabling, but also covers the shortest amount of distance.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difficult to add a workstation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bi-directional.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 multi-point connection and a non-robust topology because if the backbone fails the topology crashes.</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Ethernet LAN, where all devices are connected to a single coaxial cable or twisted pair cable and television networks.</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6393" y="5105400"/>
            <a:ext cx="50768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41630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Bus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 If N devices require 1 cable (backbone), and N drop lines.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Coaxial or twisted pair cables are mainly used-support up to 10 Mbps.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cost of the cable is less compared to other topologies, but it is used to build small networks.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Familiar technology as installation.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Well known troubleshooting techniques.</a:t>
            </a:r>
            <a:endParaRPr lang="en-IN" sz="2200" dirty="0">
              <a:solidFill>
                <a:schemeClr val="tx1"/>
              </a:solidFill>
              <a:latin typeface="Times New Roman" pitchFamily="18" charset="0"/>
              <a:cs typeface="Times New Roman" pitchFamily="18" charset="0"/>
            </a:endParaRPr>
          </a:p>
          <a:p>
            <a:pPr algn="just"/>
            <a:r>
              <a:rPr lang="en-US"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Simpler, but requires a lot of cabling.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If backbone fails, then the whole system will crash down.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Heavy traffic increases collisions and various protocols used to avoid this.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Adding new devices to the network would slow down networks.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Security is very low.</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202381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Star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All the devices are connected to a single hub through a cable.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hub is the central node and all other nodes are connected to the central node.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hub can be passive in nature i.e., not an intelligent hub such as broadcasting devices, at the same time the hub can be intelligent known as an active hub.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Active hubs have repeaters in them.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Coaxial cables or RJ-45 cables are used to connect the computers.</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LAN in an office and wireless networks.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4419600"/>
            <a:ext cx="3362325"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28971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Star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If N devices require N cables. So, it is easy to set up.</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Each device requires only 1 port i.e. to connect to the hub, therefore the total number of ports required is 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Robust. If one link fails only that link will affect and not other than that.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Easy to fault identification and fault isolation.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Star topology is cost-effective as it uses inexpensive coaxial cable.</a:t>
            </a:r>
          </a:p>
          <a:p>
            <a:pPr algn="just"/>
            <a:r>
              <a:rPr lang="en-US"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If the concentrator (hub) on which the whole topology relies fails, the whole system will crash down.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cost of installation is high.</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Performance is based on the single concentrator i.e. hub.</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624297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Ring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Forms a ring connecting devices with exactly two neighboring devices.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number of repeaters are used for a large number of nodes to prevent data loss.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data flows in one direction (unidirectional), but it can be made bidirectional by having 2 connections between each Network Node, it is called Dual Ring Topology.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In-Ring Topology, the Token Ring Passing protocol is used by the workstations to transmit the data.</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Token passing: </a:t>
            </a:r>
            <a:r>
              <a:rPr lang="en-US" sz="2200" dirty="0">
                <a:solidFill>
                  <a:schemeClr val="tx1"/>
                </a:solidFill>
                <a:latin typeface="Times New Roman" pitchFamily="18" charset="0"/>
                <a:cs typeface="Times New Roman" pitchFamily="18" charset="0"/>
              </a:rPr>
              <a:t>It is a network access method in which a token is passed from one node to another node.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Token: </a:t>
            </a:r>
            <a:r>
              <a:rPr lang="en-US" sz="2200" dirty="0">
                <a:solidFill>
                  <a:schemeClr val="tx1"/>
                </a:solidFill>
                <a:latin typeface="Times New Roman" pitchFamily="18" charset="0"/>
                <a:cs typeface="Times New Roman" pitchFamily="18" charset="0"/>
              </a:rPr>
              <a:t>It is a frame that circulates around the network.</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a:t>
            </a:r>
            <a:r>
              <a:rPr lang="en-US" sz="2200" dirty="0">
                <a:solidFill>
                  <a:schemeClr val="tx1"/>
                </a:solidFill>
                <a:latin typeface="Times New Roman" pitchFamily="18" charset="0"/>
                <a:cs typeface="Times New Roman" pitchFamily="18" charset="0"/>
              </a:rPr>
              <a:t> small office with only a few nodes.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4343400"/>
            <a:ext cx="3429000" cy="2473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530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Ring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High-speed data transmission.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Minimum possibility of collision.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Cheap to install and expand.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less costly than a star topology</a:t>
            </a:r>
          </a:p>
          <a:p>
            <a:pPr algn="just"/>
            <a:r>
              <a:rPr lang="en-US"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failure of a single node in the network can cause the entire network to fail.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Troubleshooting is difficult in this topology.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addition of stations in between or the removal of stations can disturb the whole topology.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Less secure. </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353008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Mesh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Every device is connected to another device via a particular channel.</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Simplest in logic but complex in physical design.</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 number of devices require N-1 ports for each device. 5 devices require 4 ports for each device.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 number of devices require NC2 i.e. N(N-1)/2 dedicated links. 5 devices require 5*4/2 = 10 dedicated links.</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internet backbone, where various internet service providers are connected to each other via dedicated channels. Also in military communication and aircraft navigation systems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4343400"/>
            <a:ext cx="280035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30168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Mesh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Communication is very fast between the nodes.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robust.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fault is diagnosed easily.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Reliable data transmission as it use dedicated channels or links.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Provides security and privacy.</a:t>
            </a:r>
          </a:p>
          <a:p>
            <a:pPr algn="just"/>
            <a:r>
              <a:rPr lang="en-US"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Installation and configuration are difficult.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cost of cables is high as bulk wiring is required, hence suitable for less number of devices.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cost of maintenance is high.</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070912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Hybrid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topological technology is the combination of all the various types of topologies.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used when the nodes are free to take any form.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means these can be individuals such as Ring or Star topology or can be a combination of various types of topologies seen above.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Each individual topology uses the respective protocol.</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University campus network. Star topology as backbone, each building connected to the backbone through a switch or router. Within each building, bus or ring topology connecting the different rooms and offices. The wireless access points also create a mesh topology for wireless devices.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hybrid topology allows for efficient communication between different buildings while providing flexibility and redundancy within each building.</a:t>
            </a: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9418" b="13916"/>
          <a:stretch/>
        </p:blipFill>
        <p:spPr bwMode="auto">
          <a:xfrm>
            <a:off x="4420464" y="4572000"/>
            <a:ext cx="4695825" cy="202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2355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Hybrid Topology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topology is very flexible.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size of the network can be easily expanded by adding new devices.</a:t>
            </a:r>
          </a:p>
          <a:p>
            <a:pPr algn="just"/>
            <a:r>
              <a:rPr lang="en-US"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challenging to design the architecture of the Hybrid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Hubs used in this topology are very expensive.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infrastructure cost is very high as a hybrid network requires a lot of cabling and network devices.</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76469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1471</TotalTime>
  <Words>6475</Words>
  <Application>Microsoft Office PowerPoint</Application>
  <PresentationFormat>On-screen Show (4:3)</PresentationFormat>
  <Paragraphs>667</Paragraphs>
  <Slides>74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74</vt:i4>
      </vt:variant>
    </vt:vector>
  </HeadingPairs>
  <TitlesOfParts>
    <vt:vector size="78" baseType="lpstr">
      <vt:lpstr>Arial</vt:lpstr>
      <vt:lpstr>Calibri</vt:lpstr>
      <vt:lpstr>Times New Roman</vt:lpstr>
      <vt:lpstr>Office Theme</vt:lpstr>
      <vt:lpstr>  Department of Computer Science &amp; Engineering   </vt:lpstr>
      <vt:lpstr>Chapter 1- Computer Networks &amp; the Internet</vt:lpstr>
      <vt:lpstr>Introduction to computer networks</vt:lpstr>
      <vt:lpstr>computer networks</vt:lpstr>
      <vt:lpstr>Open System Interconnection (OSI) Reference Model</vt:lpstr>
      <vt:lpstr>OSI Reference Model</vt:lpstr>
      <vt:lpstr>OSI Reference Model</vt:lpstr>
      <vt:lpstr>OSI Reference Model</vt:lpstr>
      <vt:lpstr>OSI Reference Model</vt:lpstr>
      <vt:lpstr>OSI Reference Model</vt:lpstr>
      <vt:lpstr>OSI Reference Model</vt:lpstr>
      <vt:lpstr>OSI Reference Model</vt:lpstr>
      <vt:lpstr>OSI Reference Model</vt:lpstr>
      <vt:lpstr>OSI Reference Model</vt:lpstr>
      <vt:lpstr>OSI Reference Model</vt:lpstr>
      <vt:lpstr>OSI Reference Model</vt:lpstr>
      <vt:lpstr>OSI Reference Model</vt:lpstr>
      <vt:lpstr>Types of Networks</vt:lpstr>
      <vt:lpstr>Local Area Network</vt:lpstr>
      <vt:lpstr>Local Area Network</vt:lpstr>
      <vt:lpstr>Wide Area Network</vt:lpstr>
      <vt:lpstr>Wide Area Network</vt:lpstr>
      <vt:lpstr>Wide Area Network</vt:lpstr>
      <vt:lpstr>Metropolitan Area Network</vt:lpstr>
      <vt:lpstr>Campus or Corporate Area Network</vt:lpstr>
      <vt:lpstr>Personal Area Network</vt:lpstr>
      <vt:lpstr>Peer to Peer Network</vt:lpstr>
      <vt:lpstr>Network Metrics</vt:lpstr>
      <vt:lpstr>Network Metrics</vt:lpstr>
      <vt:lpstr>Network Metrics</vt:lpstr>
      <vt:lpstr>Network Metrics</vt:lpstr>
      <vt:lpstr>Network Metrics</vt:lpstr>
      <vt:lpstr>Network Metrics</vt:lpstr>
      <vt:lpstr>Network Metrics</vt:lpstr>
      <vt:lpstr>Wired and Wireless Media</vt:lpstr>
      <vt:lpstr>Twisted Pair Wires</vt:lpstr>
      <vt:lpstr>Twisted Pair Wires</vt:lpstr>
      <vt:lpstr>Twisted Pair Wires</vt:lpstr>
      <vt:lpstr>Twisted Pair Wires</vt:lpstr>
      <vt:lpstr>Coaxial cables</vt:lpstr>
      <vt:lpstr>Coaxial cables</vt:lpstr>
      <vt:lpstr>Fiber optic cable</vt:lpstr>
      <vt:lpstr>Fiber optic cable</vt:lpstr>
      <vt:lpstr>Fiber optic cable</vt:lpstr>
      <vt:lpstr>Wireless Media</vt:lpstr>
      <vt:lpstr>Wireless Media</vt:lpstr>
      <vt:lpstr>Terrestrial Microwaves</vt:lpstr>
      <vt:lpstr>Terrestrial Microwaves</vt:lpstr>
      <vt:lpstr>Terrestrial Microwaves</vt:lpstr>
      <vt:lpstr>Terrestrial Microwaves</vt:lpstr>
      <vt:lpstr>Satellite Communications</vt:lpstr>
      <vt:lpstr>Satellite Communications</vt:lpstr>
      <vt:lpstr>Satellite Communications</vt:lpstr>
      <vt:lpstr>Infrared Communications</vt:lpstr>
      <vt:lpstr>Network Devices</vt:lpstr>
      <vt:lpstr>HUB</vt:lpstr>
      <vt:lpstr>Repeater</vt:lpstr>
      <vt:lpstr>Switch</vt:lpstr>
      <vt:lpstr>Bridge</vt:lpstr>
      <vt:lpstr>Router</vt:lpstr>
      <vt:lpstr>Gateway</vt:lpstr>
      <vt:lpstr>Network Interface Card</vt:lpstr>
      <vt:lpstr>RJ 45</vt:lpstr>
      <vt:lpstr>Network Topologies</vt:lpstr>
      <vt:lpstr>Bus Topology</vt:lpstr>
      <vt:lpstr>Bus Topology</vt:lpstr>
      <vt:lpstr>Star Topology</vt:lpstr>
      <vt:lpstr>Star Topology</vt:lpstr>
      <vt:lpstr>Ring Topology</vt:lpstr>
      <vt:lpstr>Ring Topology</vt:lpstr>
      <vt:lpstr>Mesh Topology</vt:lpstr>
      <vt:lpstr>Mesh Topology</vt:lpstr>
      <vt:lpstr>Hybrid Topology</vt:lpstr>
      <vt:lpstr>Hybrid Topology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Computer Technologies MR22-1ES0104 L-2, P-2, C-3</dc:title>
  <dc:creator>Gopi Tilak</dc:creator>
  <cp:lastModifiedBy>Subhapreet Patro</cp:lastModifiedBy>
  <cp:revision>71</cp:revision>
  <dcterms:created xsi:type="dcterms:W3CDTF">2006-08-16T00:00:00Z</dcterms:created>
  <dcterms:modified xsi:type="dcterms:W3CDTF">2023-07-22T14:37:53Z</dcterms:modified>
</cp:coreProperties>
</file>