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3"/>
  </p:notesMasterIdLst>
  <p:sldIdLst>
    <p:sldId id="256" r:id="rId3"/>
    <p:sldId id="257" r:id="rId4"/>
    <p:sldId id="260" r:id="rId5"/>
    <p:sldId id="259" r:id="rId6"/>
    <p:sldId id="258" r:id="rId7"/>
    <p:sldId id="262" r:id="rId8"/>
    <p:sldId id="261" r:id="rId9"/>
    <p:sldId id="264" r:id="rId10"/>
    <p:sldId id="265" r:id="rId11"/>
    <p:sldId id="263" r:id="rId12"/>
    <p:sldId id="266" r:id="rId13"/>
    <p:sldId id="289" r:id="rId14"/>
    <p:sldId id="290" r:id="rId15"/>
    <p:sldId id="282" r:id="rId16"/>
    <p:sldId id="287" r:id="rId17"/>
    <p:sldId id="283" r:id="rId18"/>
    <p:sldId id="284" r:id="rId19"/>
    <p:sldId id="285" r:id="rId20"/>
    <p:sldId id="286" r:id="rId21"/>
    <p:sldId id="288" r:id="rId22"/>
    <p:sldId id="291" r:id="rId23"/>
    <p:sldId id="267" r:id="rId24"/>
    <p:sldId id="270" r:id="rId25"/>
    <p:sldId id="268" r:id="rId26"/>
    <p:sldId id="271" r:id="rId27"/>
    <p:sldId id="269" r:id="rId28"/>
    <p:sldId id="272" r:id="rId29"/>
    <p:sldId id="273" r:id="rId30"/>
    <p:sldId id="275" r:id="rId31"/>
    <p:sldId id="276" r:id="rId32"/>
    <p:sldId id="277" r:id="rId34"/>
    <p:sldId id="278" r:id="rId35"/>
    <p:sldId id="281" r:id="rId36"/>
    <p:sldId id="280" r:id="rId37"/>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howGuides="1">
      <p:cViewPr varScale="1">
        <p:scale>
          <a:sx n="110" d="100"/>
          <a:sy n="110" d="100"/>
        </p:scale>
        <p:origin x="-1644" y="-10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0" Type="http://schemas.openxmlformats.org/officeDocument/2006/relationships/tableStyles" Target="tableStyles.xml"/><Relationship Id="rId4" Type="http://schemas.openxmlformats.org/officeDocument/2006/relationships/slide" Target="slides/slide2.xml"/><Relationship Id="rId39" Type="http://schemas.openxmlformats.org/officeDocument/2006/relationships/viewProps" Target="viewProps.xml"/><Relationship Id="rId38" Type="http://schemas.openxmlformats.org/officeDocument/2006/relationships/presProps" Target="presProps.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notesMaster" Target="notesMasters/notesMaster1.xml"/><Relationship Id="rId32" Type="http://schemas.openxmlformats.org/officeDocument/2006/relationships/slide" Target="slides/slide30.xml"/><Relationship Id="rId31" Type="http://schemas.openxmlformats.org/officeDocument/2006/relationships/slide" Target="slides/slide29.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4582B94-58D5-4D2B-BF46-FC524D6E2C77}" type="datetimeFigureOut">
              <a:rPr lang="en-IN" smtClean="0"/>
            </a:fld>
            <a:endParaRPr lang="en-IN"/>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363DBD0-0260-432B-B1F9-EA5164DE665B}" type="slidenum">
              <a:rPr lang="en-IN" smtClean="0"/>
            </a:fld>
            <a:endParaRPr lang="en-IN"/>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C363DBD0-0260-432B-B1F9-EA5164DE665B}" type="slidenum">
              <a:rPr lang="en-IN" smtClean="0"/>
            </a:fld>
            <a:endParaRPr lang="en-I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14" name="Title 13"/>
          <p:cNvSpPr>
            <a:spLocks noGrp="1"/>
          </p:cNvSpPr>
          <p:nvPr>
            <p:ph type="ctrTitle"/>
          </p:nvPr>
        </p:nvSpPr>
        <p:spPr>
          <a:xfrm>
            <a:off x="1432560" y="359898"/>
            <a:ext cx="7406640" cy="1472184"/>
          </a:xfrm>
        </p:spPr>
        <p:txBody>
          <a:bodyPr anchor="b"/>
          <a:lstStyle>
            <a:lvl1pPr algn="l">
              <a:defRPr/>
            </a:lvl1pPr>
          </a:lstStyle>
          <a:p>
            <a:r>
              <a:rPr kumimoji="0" lang="en-US"/>
              <a:t>Click to edit Master title style</a:t>
            </a:r>
            <a:endParaRPr kumimoji="0" lang="en-US"/>
          </a:p>
        </p:txBody>
      </p:sp>
      <p:sp>
        <p:nvSpPr>
          <p:cNvPr id="22" name="Subtitle 21"/>
          <p:cNvSpPr>
            <a:spLocks noGrp="1"/>
          </p:cNvSpPr>
          <p:nvPr>
            <p:ph type="subTitle" idx="1"/>
          </p:nvPr>
        </p:nvSpPr>
        <p:spPr>
          <a:xfrm>
            <a:off x="1432560" y="1850064"/>
            <a:ext cx="7406640" cy="1752600"/>
          </a:xfrm>
        </p:spPr>
        <p:txBody>
          <a:bodyPr tIns="0"/>
          <a:lstStyle>
            <a:lvl1pPr marL="27305" indent="0" algn="l">
              <a:buNone/>
              <a:defRPr sz="2600">
                <a:solidFill>
                  <a:schemeClr val="tx2">
                    <a:shade val="30000"/>
                    <a:satMod val="150000"/>
                  </a:schemeClr>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endParaRPr kumimoji="0" lang="en-US"/>
          </a:p>
        </p:txBody>
      </p:sp>
      <p:sp>
        <p:nvSpPr>
          <p:cNvPr id="7" name="Date Placeholder 6"/>
          <p:cNvSpPr>
            <a:spLocks noGrp="1"/>
          </p:cNvSpPr>
          <p:nvPr>
            <p:ph type="dt" sz="half" idx="10"/>
          </p:nvPr>
        </p:nvSpPr>
        <p:spPr/>
        <p:txBody>
          <a:bodyPr/>
          <a:lstStyle/>
          <a:p>
            <a:fld id="{1D8BD707-D9CF-40AE-B4C6-C98DA3205C09}" type="datetimeFigureOut">
              <a:rPr lang="en-US" smtClean="0"/>
            </a:fld>
            <a:endParaRPr lang="en-US"/>
          </a:p>
        </p:txBody>
      </p:sp>
      <p:sp>
        <p:nvSpPr>
          <p:cNvPr id="20" name="Footer Placeholder 19"/>
          <p:cNvSpPr>
            <a:spLocks noGrp="1"/>
          </p:cNvSpPr>
          <p:nvPr>
            <p:ph type="ftr" sz="quarter" idx="11"/>
          </p:nvPr>
        </p:nvSpPr>
        <p:spPr/>
        <p:txBody>
          <a:bodyPr/>
          <a:lstStyle/>
          <a:p>
            <a:endParaRPr lang="en-US"/>
          </a:p>
        </p:txBody>
      </p:sp>
      <p:sp>
        <p:nvSpPr>
          <p:cNvPr id="10" name="Slide Number Placeholder 9"/>
          <p:cNvSpPr>
            <a:spLocks noGrp="1"/>
          </p:cNvSpPr>
          <p:nvPr>
            <p:ph type="sldNum" sz="quarter" idx="12"/>
          </p:nvPr>
        </p:nvSpPr>
        <p:spPr/>
        <p:txBody>
          <a:bodyPr/>
          <a:lstStyle/>
          <a:p>
            <a:fld id="{B6F15528-21DE-4FAA-801E-634DDDAF4B2B}" type="slidenum">
              <a:rPr lang="en-US" smtClean="0"/>
            </a:fld>
            <a:endParaRPr lang="en-US"/>
          </a:p>
        </p:txBody>
      </p:sp>
      <p:sp>
        <p:nvSpPr>
          <p:cNvPr id="8" name="Oval 7"/>
          <p:cNvSpPr/>
          <p:nvPr/>
        </p:nvSpPr>
        <p:spPr>
          <a:xfrm>
            <a:off x="921433" y="1413802"/>
            <a:ext cx="210312" cy="210312"/>
          </a:xfrm>
          <a:prstGeom prst="ellipse">
            <a:avLst/>
          </a:prstGeom>
          <a:gradFill rotWithShape="1">
            <a:gsLst>
              <a:gs pos="0">
                <a:schemeClr val="accent1">
                  <a:tint val="20000"/>
                  <a:satMod val="450000"/>
                  <a:alpha val="95000"/>
                </a:schemeClr>
              </a:gs>
              <a:gs pos="50000">
                <a:schemeClr val="accent1">
                  <a:tint val="38000"/>
                  <a:satMod val="250000"/>
                  <a:alpha val="90000"/>
                </a:schemeClr>
              </a:gs>
              <a:gs pos="95000">
                <a:schemeClr val="accent1">
                  <a:tint val="75000"/>
                  <a:satMod val="255000"/>
                  <a:alpha val="88000"/>
                </a:schemeClr>
              </a:gs>
              <a:gs pos="100000">
                <a:schemeClr val="accent1">
                  <a:tint val="100000"/>
                  <a:shade val="90000"/>
                  <a:satMod val="255000"/>
                  <a:alpha val="85000"/>
                </a:schemeClr>
              </a:gs>
            </a:gsLst>
            <a:path path="circle">
              <a:fillToRect l="25000" t="12500" r="75000" b="87500"/>
            </a:path>
          </a:gradFill>
          <a:ln w="2000" cap="rnd" cmpd="sng" algn="ctr">
            <a:solidFill>
              <a:schemeClr val="accent1">
                <a:shade val="90000"/>
                <a:satMod val="110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p>
            <a:pPr algn="ctr" eaLnBrk="1" latinLnBrk="0" hangingPunct="1"/>
            <a:endParaRPr kumimoji="0" lang="en-US"/>
          </a:p>
        </p:txBody>
      </p:sp>
      <p:sp>
        <p:nvSpPr>
          <p:cNvPr id="9" name="Oval 8"/>
          <p:cNvSpPr/>
          <p:nvPr/>
        </p:nvSpPr>
        <p:spPr>
          <a:xfrm>
            <a:off x="1157176" y="1345016"/>
            <a:ext cx="64008" cy="64008"/>
          </a:xfrm>
          <a:prstGeom prst="ellipse">
            <a:avLst/>
          </a:prstGeom>
          <a:noFill/>
          <a:ln w="12700" cap="rnd" cmpd="sng" algn="ctr">
            <a:solidFill>
              <a:schemeClr val="accent1">
                <a:shade val="75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p>
            <a:pPr algn="ctr" eaLnBrk="1" latinLnBrk="0" hangingPunct="1"/>
            <a:endParaRPr kumimoji="0"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endParaRPr kumimoji="0" lang="en-US"/>
          </a:p>
        </p:txBody>
      </p:sp>
      <p:sp>
        <p:nvSpPr>
          <p:cNvPr id="3" name="Content Placeholder 2"/>
          <p:cNvSpPr>
            <a:spLocks noGrp="1"/>
          </p:cNvSpPr>
          <p:nvPr>
            <p:ph idx="1"/>
          </p:nvPr>
        </p:nvSpPr>
        <p:spPr/>
        <p:txBody>
          <a:bodyPr/>
          <a:lstStyle/>
          <a:p>
            <a:pPr lvl="0" eaLnBrk="1" latinLnBrk="0" hangingPunct="1"/>
            <a:r>
              <a:rPr lang="en-US"/>
              <a:t>Click to edit Master text styles</a:t>
            </a:r>
            <a:endParaRPr lang="en-US"/>
          </a:p>
          <a:p>
            <a:pPr lvl="1" eaLnBrk="1" latinLnBrk="0" hangingPunct="1"/>
            <a:r>
              <a:rPr lang="en-US"/>
              <a:t>Second level</a:t>
            </a:r>
            <a:endParaRPr lang="en-US"/>
          </a:p>
          <a:p>
            <a:pPr lvl="2" eaLnBrk="1" latinLnBrk="0" hangingPunct="1"/>
            <a:r>
              <a:rPr lang="en-US"/>
              <a:t>Third level</a:t>
            </a:r>
            <a:endParaRPr lang="en-US"/>
          </a:p>
          <a:p>
            <a:pPr lvl="3" eaLnBrk="1" latinLnBrk="0" hangingPunct="1"/>
            <a:r>
              <a:rPr lang="en-US"/>
              <a:t>Fourth level</a:t>
            </a:r>
            <a:endParaRPr lang="en-US"/>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showMasterSp="0">
  <p:cSld name="Section Header">
    <p:spTree>
      <p:nvGrpSpPr>
        <p:cNvPr id="1" name=""/>
        <p:cNvGrpSpPr/>
        <p:nvPr/>
      </p:nvGrpSpPr>
      <p:grpSpPr>
        <a:xfrm>
          <a:off x="0" y="0"/>
          <a:ext cx="0" cy="0"/>
          <a:chOff x="0" y="0"/>
          <a:chExt cx="0" cy="0"/>
        </a:xfrm>
      </p:grpSpPr>
      <p:sp>
        <p:nvSpPr>
          <p:cNvPr id="7" name="Rectangle 6"/>
          <p:cNvSpPr/>
          <p:nvPr/>
        </p:nvSpPr>
        <p:spPr>
          <a:xfrm>
            <a:off x="2282890" y="-54"/>
            <a:ext cx="6858000" cy="6858054"/>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2578392" y="2600325"/>
            <a:ext cx="6400800" cy="2286000"/>
          </a:xfrm>
        </p:spPr>
        <p:txBody>
          <a:bodyPr anchor="t"/>
          <a:lstStyle>
            <a:lvl1pPr algn="l">
              <a:lnSpc>
                <a:spcPts val="4500"/>
              </a:lnSpc>
              <a:buNone/>
              <a:defRPr sz="4000" b="1" cap="all"/>
            </a:lvl1pPr>
          </a:lstStyle>
          <a:p>
            <a:r>
              <a:rPr kumimoji="0" lang="en-US"/>
              <a:t>Click to edit Master title style</a:t>
            </a:r>
            <a:endParaRPr kumimoji="0" lang="en-US"/>
          </a:p>
        </p:txBody>
      </p:sp>
      <p:sp>
        <p:nvSpPr>
          <p:cNvPr id="3" name="Text Placeholder 2"/>
          <p:cNvSpPr>
            <a:spLocks noGrp="1"/>
          </p:cNvSpPr>
          <p:nvPr>
            <p:ph type="body" idx="1"/>
          </p:nvPr>
        </p:nvSpPr>
        <p:spPr>
          <a:xfrm>
            <a:off x="2578392" y="1066800"/>
            <a:ext cx="6400800" cy="1509712"/>
          </a:xfrm>
        </p:spPr>
        <p:txBody>
          <a:bodyPr anchor="b"/>
          <a:lstStyle>
            <a:lvl1pPr marL="18415" indent="0">
              <a:lnSpc>
                <a:spcPts val="2300"/>
              </a:lnSpc>
              <a:spcBef>
                <a:spcPts val="0"/>
              </a:spcBef>
              <a:buNone/>
              <a:defRPr sz="2000">
                <a:solidFill>
                  <a:schemeClr val="tx2">
                    <a:shade val="30000"/>
                    <a:satMod val="150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endParaRPr kumimoji="0"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
        <p:nvSpPr>
          <p:cNvPr id="10" name="Rectangle 9"/>
          <p:cNvSpPr/>
          <p:nvPr/>
        </p:nvSpPr>
        <p:spPr bwMode="invGray">
          <a:xfrm>
            <a:off x="2286000" y="0"/>
            <a:ext cx="76200" cy="6858054"/>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Oval 7"/>
          <p:cNvSpPr/>
          <p:nvPr/>
        </p:nvSpPr>
        <p:spPr>
          <a:xfrm>
            <a:off x="2172321" y="2814656"/>
            <a:ext cx="210312" cy="210312"/>
          </a:xfrm>
          <a:prstGeom prst="ellipse">
            <a:avLst/>
          </a:prstGeom>
          <a:gradFill rotWithShape="1">
            <a:gsLst>
              <a:gs pos="0">
                <a:schemeClr val="accent1">
                  <a:tint val="20000"/>
                  <a:satMod val="450000"/>
                  <a:alpha val="95000"/>
                </a:schemeClr>
              </a:gs>
              <a:gs pos="50000">
                <a:schemeClr val="accent1">
                  <a:tint val="38000"/>
                  <a:satMod val="250000"/>
                  <a:alpha val="90000"/>
                </a:schemeClr>
              </a:gs>
              <a:gs pos="95000">
                <a:schemeClr val="accent1">
                  <a:tint val="75000"/>
                  <a:satMod val="255000"/>
                  <a:alpha val="88000"/>
                </a:schemeClr>
              </a:gs>
              <a:gs pos="100000">
                <a:schemeClr val="accent1">
                  <a:tint val="100000"/>
                  <a:shade val="90000"/>
                  <a:satMod val="255000"/>
                  <a:alpha val="85000"/>
                </a:schemeClr>
              </a:gs>
            </a:gsLst>
            <a:path path="circle">
              <a:fillToRect l="25000" t="12500" r="75000" b="87500"/>
            </a:path>
          </a:gradFill>
          <a:ln w="2000" cap="rnd" cmpd="sng" algn="ctr">
            <a:solidFill>
              <a:schemeClr val="accent1">
                <a:shade val="90000"/>
                <a:satMod val="110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p>
            <a:pPr algn="ctr" eaLnBrk="1" latinLnBrk="0" hangingPunct="1"/>
            <a:endParaRPr kumimoji="0" lang="en-US"/>
          </a:p>
        </p:txBody>
      </p:sp>
      <p:sp>
        <p:nvSpPr>
          <p:cNvPr id="9" name="Oval 8"/>
          <p:cNvSpPr/>
          <p:nvPr/>
        </p:nvSpPr>
        <p:spPr>
          <a:xfrm>
            <a:off x="2408064" y="2745870"/>
            <a:ext cx="64008" cy="64008"/>
          </a:xfrm>
          <a:prstGeom prst="ellipse">
            <a:avLst/>
          </a:prstGeom>
          <a:noFill/>
          <a:ln w="12700" cap="rnd" cmpd="sng" algn="ctr">
            <a:solidFill>
              <a:schemeClr val="accent1">
                <a:shade val="75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p>
            <a:pPr algn="ctr" eaLnBrk="1" latinLnBrk="0" hangingPunct="1"/>
            <a:endParaRPr kumimoji="0"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35608" y="274320"/>
            <a:ext cx="7498080" cy="1143000"/>
          </a:xfrm>
        </p:spPr>
        <p:txBody>
          <a:bodyPr/>
          <a:lstStyle/>
          <a:p>
            <a:r>
              <a:rPr kumimoji="0" lang="en-US"/>
              <a:t>Click to edit Master title style</a:t>
            </a:r>
            <a:endParaRPr kumimoji="0" lang="en-US"/>
          </a:p>
        </p:txBody>
      </p:sp>
      <p:sp>
        <p:nvSpPr>
          <p:cNvPr id="3" name="Content Placeholder 2"/>
          <p:cNvSpPr>
            <a:spLocks noGrp="1"/>
          </p:cNvSpPr>
          <p:nvPr>
            <p:ph sz="half" idx="1"/>
          </p:nvPr>
        </p:nvSpPr>
        <p:spPr>
          <a:xfrm>
            <a:off x="1435608" y="1524000"/>
            <a:ext cx="3657600" cy="4663440"/>
          </a:xfrm>
        </p:spPr>
        <p:txBody>
          <a:bodyPr/>
          <a:lstStyle>
            <a:lvl1pPr>
              <a:defRPr sz="2800"/>
            </a:lvl1pPr>
            <a:lvl2pPr>
              <a:defRPr sz="2400"/>
            </a:lvl2pPr>
            <a:lvl3pPr>
              <a:defRPr sz="2000"/>
            </a:lvl3pPr>
            <a:lvl4pPr>
              <a:defRPr sz="1800"/>
            </a:lvl4pPr>
            <a:lvl5pPr>
              <a:defRPr sz="1800"/>
            </a:lvl5pPr>
          </a:lstStyle>
          <a:p>
            <a:pPr lvl="0" eaLnBrk="1" latinLnBrk="0" hangingPunct="1"/>
            <a:r>
              <a:rPr lang="en-US"/>
              <a:t>Click to edit Master text styles</a:t>
            </a:r>
            <a:endParaRPr lang="en-US"/>
          </a:p>
          <a:p>
            <a:pPr lvl="1" eaLnBrk="1" latinLnBrk="0" hangingPunct="1"/>
            <a:r>
              <a:rPr lang="en-US"/>
              <a:t>Second level</a:t>
            </a:r>
            <a:endParaRPr lang="en-US"/>
          </a:p>
          <a:p>
            <a:pPr lvl="2" eaLnBrk="1" latinLnBrk="0" hangingPunct="1"/>
            <a:r>
              <a:rPr lang="en-US"/>
              <a:t>Third level</a:t>
            </a:r>
            <a:endParaRPr lang="en-US"/>
          </a:p>
          <a:p>
            <a:pPr lvl="3" eaLnBrk="1" latinLnBrk="0" hangingPunct="1"/>
            <a:r>
              <a:rPr lang="en-US"/>
              <a:t>Fourth level</a:t>
            </a:r>
            <a:endParaRPr lang="en-US"/>
          </a:p>
          <a:p>
            <a:pPr lvl="4" eaLnBrk="1" latinLnBrk="0" hangingPunct="1"/>
            <a:r>
              <a:rPr lang="en-US"/>
              <a:t>Fifth level</a:t>
            </a:r>
            <a:endParaRPr kumimoji="0" lang="en-US"/>
          </a:p>
        </p:txBody>
      </p:sp>
      <p:sp>
        <p:nvSpPr>
          <p:cNvPr id="4" name="Content Placeholder 3"/>
          <p:cNvSpPr>
            <a:spLocks noGrp="1"/>
          </p:cNvSpPr>
          <p:nvPr>
            <p:ph sz="half" idx="2"/>
          </p:nvPr>
        </p:nvSpPr>
        <p:spPr>
          <a:xfrm>
            <a:off x="5276088" y="1524000"/>
            <a:ext cx="3657600" cy="4663440"/>
          </a:xfrm>
        </p:spPr>
        <p:txBody>
          <a:bodyPr/>
          <a:lstStyle>
            <a:lvl1pPr>
              <a:defRPr sz="2800"/>
            </a:lvl1pPr>
            <a:lvl2pPr>
              <a:defRPr sz="2400"/>
            </a:lvl2pPr>
            <a:lvl3pPr>
              <a:defRPr sz="2000"/>
            </a:lvl3pPr>
            <a:lvl4pPr>
              <a:defRPr sz="1800"/>
            </a:lvl4pPr>
            <a:lvl5pPr>
              <a:defRPr sz="1800"/>
            </a:lvl5pPr>
          </a:lstStyle>
          <a:p>
            <a:pPr lvl="0" eaLnBrk="1" latinLnBrk="0" hangingPunct="1"/>
            <a:r>
              <a:rPr lang="en-US"/>
              <a:t>Click to edit Master text styles</a:t>
            </a:r>
            <a:endParaRPr lang="en-US"/>
          </a:p>
          <a:p>
            <a:pPr lvl="1" eaLnBrk="1" latinLnBrk="0" hangingPunct="1"/>
            <a:r>
              <a:rPr lang="en-US"/>
              <a:t>Second level</a:t>
            </a:r>
            <a:endParaRPr lang="en-US"/>
          </a:p>
          <a:p>
            <a:pPr lvl="2" eaLnBrk="1" latinLnBrk="0" hangingPunct="1"/>
            <a:r>
              <a:rPr lang="en-US"/>
              <a:t>Third level</a:t>
            </a:r>
            <a:endParaRPr lang="en-US"/>
          </a:p>
          <a:p>
            <a:pPr lvl="3" eaLnBrk="1" latinLnBrk="0" hangingPunct="1"/>
            <a:r>
              <a:rPr lang="en-US"/>
              <a:t>Fourth level</a:t>
            </a:r>
            <a:endParaRPr lang="en-US"/>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fld id="{1D8BD707-D9CF-40AE-B4C6-C98DA3205C0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showMasterSp="0">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5160336"/>
            <a:ext cx="8229600" cy="1143000"/>
          </a:xfrm>
        </p:spPr>
        <p:txBody>
          <a:bodyPr anchor="ctr"/>
          <a:lstStyle>
            <a:lvl1pPr algn="ctr">
              <a:defRPr sz="4500" b="1" cap="none" baseline="0"/>
            </a:lvl1pPr>
          </a:lstStyle>
          <a:p>
            <a:r>
              <a:rPr kumimoji="0" lang="en-US"/>
              <a:t>Click to edit Master title style</a:t>
            </a:r>
            <a:endParaRPr kumimoji="0" lang="en-US"/>
          </a:p>
        </p:txBody>
      </p:sp>
      <p:sp>
        <p:nvSpPr>
          <p:cNvPr id="3" name="Text Placeholder 2"/>
          <p:cNvSpPr>
            <a:spLocks noGrp="1"/>
          </p:cNvSpPr>
          <p:nvPr>
            <p:ph type="body" idx="1"/>
          </p:nvPr>
        </p:nvSpPr>
        <p:spPr>
          <a:xfrm>
            <a:off x="457200" y="328278"/>
            <a:ext cx="4023360" cy="640080"/>
          </a:xfrm>
          <a:solidFill>
            <a:schemeClr val="bg1"/>
          </a:solidFill>
          <a:ln w="10795">
            <a:solidFill>
              <a:schemeClr val="bg1"/>
            </a:solidFill>
            <a:miter lim="800000"/>
          </a:ln>
        </p:spPr>
        <p:txBody>
          <a:bodyPr anchor="ctr"/>
          <a:lstStyle>
            <a:lvl1pPr marL="64135" indent="0" algn="l">
              <a:lnSpc>
                <a:spcPct val="100000"/>
              </a:lnSpc>
              <a:spcBef>
                <a:spcPts val="100"/>
              </a:spcBef>
              <a:buNone/>
              <a:defRPr sz="1900" b="0">
                <a:solidFill>
                  <a:schemeClr val="tx1"/>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endParaRPr kumimoji="0" lang="en-US"/>
          </a:p>
        </p:txBody>
      </p:sp>
      <p:sp>
        <p:nvSpPr>
          <p:cNvPr id="4" name="Text Placeholder 3"/>
          <p:cNvSpPr>
            <a:spLocks noGrp="1"/>
          </p:cNvSpPr>
          <p:nvPr>
            <p:ph type="body" sz="half" idx="3"/>
          </p:nvPr>
        </p:nvSpPr>
        <p:spPr>
          <a:xfrm>
            <a:off x="4663440" y="328278"/>
            <a:ext cx="4023360" cy="640080"/>
          </a:xfrm>
          <a:solidFill>
            <a:schemeClr val="bg1"/>
          </a:solidFill>
          <a:ln w="10795">
            <a:solidFill>
              <a:schemeClr val="bg1"/>
            </a:solidFill>
            <a:miter lim="800000"/>
          </a:ln>
        </p:spPr>
        <p:txBody>
          <a:bodyPr anchor="ctr"/>
          <a:lstStyle>
            <a:lvl1pPr marL="64135" indent="0" algn="l">
              <a:lnSpc>
                <a:spcPct val="100000"/>
              </a:lnSpc>
              <a:spcBef>
                <a:spcPts val="100"/>
              </a:spcBef>
              <a:buNone/>
              <a:defRPr sz="1900" b="0">
                <a:solidFill>
                  <a:schemeClr val="tx1"/>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endParaRPr kumimoji="0" lang="en-US"/>
          </a:p>
        </p:txBody>
      </p:sp>
      <p:sp>
        <p:nvSpPr>
          <p:cNvPr id="5" name="Content Placeholder 4"/>
          <p:cNvSpPr>
            <a:spLocks noGrp="1"/>
          </p:cNvSpPr>
          <p:nvPr>
            <p:ph sz="quarter" idx="2"/>
          </p:nvPr>
        </p:nvSpPr>
        <p:spPr>
          <a:xfrm>
            <a:off x="457200" y="969336"/>
            <a:ext cx="4023360" cy="4114800"/>
          </a:xfrm>
          <a:ln w="10795">
            <a:solidFill>
              <a:schemeClr val="bg1"/>
            </a:solidFill>
            <a:prstDash val="dash"/>
            <a:miter lim="800000"/>
          </a:ln>
        </p:spPr>
        <p:txBody>
          <a:bodyPr/>
          <a:lstStyle>
            <a:lvl1pPr marL="393065" indent="-274320">
              <a:lnSpc>
                <a:spcPct val="100000"/>
              </a:lnSpc>
              <a:spcBef>
                <a:spcPts val="700"/>
              </a:spcBef>
              <a:defRPr sz="2400"/>
            </a:lvl1pPr>
            <a:lvl2pPr>
              <a:lnSpc>
                <a:spcPct val="100000"/>
              </a:lnSpc>
              <a:spcBef>
                <a:spcPts val="700"/>
              </a:spcBef>
              <a:defRPr sz="2000"/>
            </a:lvl2pPr>
            <a:lvl3pPr>
              <a:lnSpc>
                <a:spcPct val="100000"/>
              </a:lnSpc>
              <a:spcBef>
                <a:spcPts val="700"/>
              </a:spcBef>
              <a:defRPr sz="1800"/>
            </a:lvl3pPr>
            <a:lvl4pPr>
              <a:lnSpc>
                <a:spcPct val="100000"/>
              </a:lnSpc>
              <a:spcBef>
                <a:spcPts val="700"/>
              </a:spcBef>
              <a:defRPr sz="1600"/>
            </a:lvl4pPr>
            <a:lvl5pPr>
              <a:lnSpc>
                <a:spcPct val="100000"/>
              </a:lnSpc>
              <a:spcBef>
                <a:spcPts val="700"/>
              </a:spcBef>
              <a:defRPr sz="1600"/>
            </a:lvl5pPr>
          </a:lstStyle>
          <a:p>
            <a:pPr lvl="0" eaLnBrk="1" latinLnBrk="0" hangingPunct="1"/>
            <a:r>
              <a:rPr lang="en-US"/>
              <a:t>Click to edit Master text styles</a:t>
            </a:r>
            <a:endParaRPr lang="en-US"/>
          </a:p>
          <a:p>
            <a:pPr lvl="1" eaLnBrk="1" latinLnBrk="0" hangingPunct="1"/>
            <a:r>
              <a:rPr lang="en-US"/>
              <a:t>Second level</a:t>
            </a:r>
            <a:endParaRPr lang="en-US"/>
          </a:p>
          <a:p>
            <a:pPr lvl="2" eaLnBrk="1" latinLnBrk="0" hangingPunct="1"/>
            <a:r>
              <a:rPr lang="en-US"/>
              <a:t>Third level</a:t>
            </a:r>
            <a:endParaRPr lang="en-US"/>
          </a:p>
          <a:p>
            <a:pPr lvl="3" eaLnBrk="1" latinLnBrk="0" hangingPunct="1"/>
            <a:r>
              <a:rPr lang="en-US"/>
              <a:t>Fourth level</a:t>
            </a:r>
            <a:endParaRPr lang="en-US"/>
          </a:p>
          <a:p>
            <a:pPr lvl="4" eaLnBrk="1" latinLnBrk="0" hangingPunct="1"/>
            <a:r>
              <a:rPr lang="en-US"/>
              <a:t>Fifth level</a:t>
            </a:r>
            <a:endParaRPr kumimoji="0" lang="en-US"/>
          </a:p>
        </p:txBody>
      </p:sp>
      <p:sp>
        <p:nvSpPr>
          <p:cNvPr id="6" name="Content Placeholder 5"/>
          <p:cNvSpPr>
            <a:spLocks noGrp="1"/>
          </p:cNvSpPr>
          <p:nvPr>
            <p:ph sz="quarter" idx="4"/>
          </p:nvPr>
        </p:nvSpPr>
        <p:spPr>
          <a:xfrm>
            <a:off x="4663440" y="969336"/>
            <a:ext cx="4023360" cy="4114800"/>
          </a:xfrm>
          <a:ln w="10795">
            <a:solidFill>
              <a:schemeClr val="bg1"/>
            </a:solidFill>
            <a:prstDash val="dash"/>
            <a:miter lim="800000"/>
          </a:ln>
        </p:spPr>
        <p:txBody>
          <a:bodyPr/>
          <a:lstStyle>
            <a:lvl1pPr marL="393065" indent="-274320">
              <a:lnSpc>
                <a:spcPct val="100000"/>
              </a:lnSpc>
              <a:spcBef>
                <a:spcPts val="700"/>
              </a:spcBef>
              <a:defRPr sz="2400"/>
            </a:lvl1pPr>
            <a:lvl2pPr>
              <a:lnSpc>
                <a:spcPct val="100000"/>
              </a:lnSpc>
              <a:spcBef>
                <a:spcPts val="700"/>
              </a:spcBef>
              <a:defRPr sz="2000"/>
            </a:lvl2pPr>
            <a:lvl3pPr>
              <a:lnSpc>
                <a:spcPct val="100000"/>
              </a:lnSpc>
              <a:spcBef>
                <a:spcPts val="700"/>
              </a:spcBef>
              <a:defRPr sz="1800"/>
            </a:lvl3pPr>
            <a:lvl4pPr>
              <a:lnSpc>
                <a:spcPct val="100000"/>
              </a:lnSpc>
              <a:spcBef>
                <a:spcPts val="700"/>
              </a:spcBef>
              <a:defRPr sz="1600"/>
            </a:lvl4pPr>
            <a:lvl5pPr>
              <a:lnSpc>
                <a:spcPct val="100000"/>
              </a:lnSpc>
              <a:spcBef>
                <a:spcPts val="700"/>
              </a:spcBef>
              <a:defRPr sz="1600"/>
            </a:lvl5pPr>
          </a:lstStyle>
          <a:p>
            <a:pPr lvl="0" eaLnBrk="1" latinLnBrk="0" hangingPunct="1"/>
            <a:r>
              <a:rPr lang="en-US"/>
              <a:t>Click to edit Master text styles</a:t>
            </a:r>
            <a:endParaRPr lang="en-US"/>
          </a:p>
          <a:p>
            <a:pPr lvl="1" eaLnBrk="1" latinLnBrk="0" hangingPunct="1"/>
            <a:r>
              <a:rPr lang="en-US"/>
              <a:t>Second level</a:t>
            </a:r>
            <a:endParaRPr lang="en-US"/>
          </a:p>
          <a:p>
            <a:pPr lvl="2" eaLnBrk="1" latinLnBrk="0" hangingPunct="1"/>
            <a:r>
              <a:rPr lang="en-US"/>
              <a:t>Third level</a:t>
            </a:r>
            <a:endParaRPr lang="en-US"/>
          </a:p>
          <a:p>
            <a:pPr lvl="3" eaLnBrk="1" latinLnBrk="0" hangingPunct="1"/>
            <a:r>
              <a:rPr lang="en-US"/>
              <a:t>Fourth level</a:t>
            </a:r>
            <a:endParaRPr lang="en-US"/>
          </a:p>
          <a:p>
            <a:pPr lvl="4" eaLnBrk="1" latinLnBrk="0" hangingPunct="1"/>
            <a:r>
              <a:rPr lang="en-US"/>
              <a:t>Fifth level</a:t>
            </a:r>
            <a:endParaRPr kumimoji="0" lang="en-US"/>
          </a:p>
        </p:txBody>
      </p:sp>
      <p:sp>
        <p:nvSpPr>
          <p:cNvPr id="7" name="Date Placeholder 6"/>
          <p:cNvSpPr>
            <a:spLocks noGrp="1"/>
          </p:cNvSpPr>
          <p:nvPr>
            <p:ph type="dt" sz="half" idx="10"/>
          </p:nvPr>
        </p:nvSpPr>
        <p:spPr/>
        <p:txBody>
          <a:bodyPr/>
          <a:lstStyle/>
          <a:p>
            <a:fld id="{1D8BD707-D9CF-40AE-B4C6-C98DA3205C09}"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1435608" y="274320"/>
            <a:ext cx="7498080" cy="1143000"/>
          </a:xfrm>
        </p:spPr>
        <p:txBody>
          <a:bodyPr anchor="ctr"/>
          <a:lstStyle/>
          <a:p>
            <a:r>
              <a:rPr kumimoji="0" lang="en-US"/>
              <a:t>Click to edit Master title style</a:t>
            </a:r>
            <a:endParaRPr kumimoji="0" lang="en-US"/>
          </a:p>
        </p:txBody>
      </p:sp>
      <p:sp>
        <p:nvSpPr>
          <p:cNvPr id="3" name="Date Placeholder 2"/>
          <p:cNvSpPr>
            <a:spLocks noGrp="1"/>
          </p:cNvSpPr>
          <p:nvPr>
            <p:ph type="dt" sz="half" idx="10"/>
          </p:nvPr>
        </p:nvSpPr>
        <p:spPr/>
        <p:txBody>
          <a:bodyPr/>
          <a:lstStyle/>
          <a:p>
            <a:fld id="{1D8BD707-D9CF-40AE-B4C6-C98DA3205C09}"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showMasterSp="0">
  <p:cSld name="Blank">
    <p:spTree>
      <p:nvGrpSpPr>
        <p:cNvPr id="1" name=""/>
        <p:cNvGrpSpPr/>
        <p:nvPr/>
      </p:nvGrpSpPr>
      <p:grpSpPr>
        <a:xfrm>
          <a:off x="0" y="0"/>
          <a:ext cx="0" cy="0"/>
          <a:chOff x="0" y="0"/>
          <a:chExt cx="0" cy="0"/>
        </a:xfrm>
      </p:grpSpPr>
      <p:sp>
        <p:nvSpPr>
          <p:cNvPr id="5" name="Rectangle 4"/>
          <p:cNvSpPr/>
          <p:nvPr/>
        </p:nvSpPr>
        <p:spPr>
          <a:xfrm>
            <a:off x="1014984" y="0"/>
            <a:ext cx="8129016" cy="6858000"/>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Date Placeholder 1"/>
          <p:cNvSpPr>
            <a:spLocks noGrp="1"/>
          </p:cNvSpPr>
          <p:nvPr>
            <p:ph type="dt" sz="half" idx="10"/>
          </p:nvPr>
        </p:nvSpPr>
        <p:spPr/>
        <p:txBody>
          <a:bodyPr/>
          <a:lstStyle/>
          <a:p>
            <a:fld id="{1D8BD707-D9CF-40AE-B4C6-C98DA3205C09}"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fld>
            <a:endParaRPr lang="en-US"/>
          </a:p>
        </p:txBody>
      </p:sp>
      <p:sp>
        <p:nvSpPr>
          <p:cNvPr id="6" name="Rectangle 5"/>
          <p:cNvSpPr/>
          <p:nvPr/>
        </p:nvSpPr>
        <p:spPr bwMode="invGray">
          <a:xfrm>
            <a:off x="1014984" y="-54"/>
            <a:ext cx="73152" cy="6858054"/>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showMasterSp="0">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16778"/>
            <a:ext cx="3810000" cy="1162050"/>
          </a:xfrm>
          <a:ln>
            <a:noFill/>
          </a:ln>
        </p:spPr>
        <p:txBody>
          <a:bodyPr anchor="b"/>
          <a:lstStyle>
            <a:lvl1pPr algn="l">
              <a:lnSpc>
                <a:spcPts val="2000"/>
              </a:lnSpc>
              <a:buNone/>
              <a:defRPr sz="2200" b="1" cap="all" baseline="0"/>
            </a:lvl1pPr>
          </a:lstStyle>
          <a:p>
            <a:r>
              <a:rPr kumimoji="0" lang="en-US"/>
              <a:t>Click to edit Master title style</a:t>
            </a:r>
            <a:endParaRPr kumimoji="0" lang="en-US"/>
          </a:p>
        </p:txBody>
      </p:sp>
      <p:sp>
        <p:nvSpPr>
          <p:cNvPr id="3" name="Text Placeholder 2"/>
          <p:cNvSpPr>
            <a:spLocks noGrp="1"/>
          </p:cNvSpPr>
          <p:nvPr>
            <p:ph type="body" idx="2"/>
          </p:nvPr>
        </p:nvSpPr>
        <p:spPr>
          <a:xfrm>
            <a:off x="457200" y="1406964"/>
            <a:ext cx="3810000" cy="698500"/>
          </a:xfrm>
        </p:spPr>
        <p:txBody>
          <a:bodyPr/>
          <a:lstStyle>
            <a:lvl1pPr marL="45720" indent="0">
              <a:lnSpc>
                <a:spcPct val="100000"/>
              </a:lnSpc>
              <a:spcBef>
                <a:spcPts val="0"/>
              </a:spcBef>
              <a:buNone/>
              <a:defRPr sz="1400"/>
            </a:lvl1pPr>
            <a:lvl2pPr>
              <a:buNone/>
              <a:defRPr sz="1200"/>
            </a:lvl2pPr>
            <a:lvl3pPr>
              <a:buNone/>
              <a:defRPr sz="1000"/>
            </a:lvl3pPr>
            <a:lvl4pPr>
              <a:buNone/>
              <a:defRPr sz="900"/>
            </a:lvl4pPr>
            <a:lvl5pPr>
              <a:buNone/>
              <a:defRPr sz="900"/>
            </a:lvl5pPr>
          </a:lstStyle>
          <a:p>
            <a:pPr lvl="0" eaLnBrk="1" latinLnBrk="0" hangingPunct="1"/>
            <a:r>
              <a:rPr kumimoji="0" lang="en-US"/>
              <a:t>Click to edit Master text styles</a:t>
            </a:r>
            <a:endParaRPr kumimoji="0" lang="en-US"/>
          </a:p>
        </p:txBody>
      </p:sp>
      <p:sp>
        <p:nvSpPr>
          <p:cNvPr id="4" name="Content Placeholder 3"/>
          <p:cNvSpPr>
            <a:spLocks noGrp="1"/>
          </p:cNvSpPr>
          <p:nvPr>
            <p:ph sz="half" idx="1"/>
          </p:nvPr>
        </p:nvSpPr>
        <p:spPr>
          <a:xfrm>
            <a:off x="457200" y="2133600"/>
            <a:ext cx="8153400" cy="3992563"/>
          </a:xfrm>
        </p:spPr>
        <p:txBody>
          <a:bodyPr/>
          <a:lstStyle>
            <a:lvl1pPr>
              <a:defRPr sz="3200"/>
            </a:lvl1pPr>
            <a:lvl2pPr>
              <a:defRPr sz="2800"/>
            </a:lvl2pPr>
            <a:lvl3pPr>
              <a:defRPr sz="2400"/>
            </a:lvl3pPr>
            <a:lvl4pPr>
              <a:defRPr sz="2000"/>
            </a:lvl4pPr>
            <a:lvl5pPr>
              <a:defRPr sz="2000"/>
            </a:lvl5pPr>
          </a:lstStyle>
          <a:p>
            <a:pPr lvl="0" eaLnBrk="1" latinLnBrk="0" hangingPunct="1"/>
            <a:r>
              <a:rPr lang="en-US"/>
              <a:t>Click to edit Master text styles</a:t>
            </a:r>
            <a:endParaRPr lang="en-US"/>
          </a:p>
          <a:p>
            <a:pPr lvl="1" eaLnBrk="1" latinLnBrk="0" hangingPunct="1"/>
            <a:r>
              <a:rPr lang="en-US"/>
              <a:t>Second level</a:t>
            </a:r>
            <a:endParaRPr lang="en-US"/>
          </a:p>
          <a:p>
            <a:pPr lvl="2" eaLnBrk="1" latinLnBrk="0" hangingPunct="1"/>
            <a:r>
              <a:rPr lang="en-US"/>
              <a:t>Third level</a:t>
            </a:r>
            <a:endParaRPr lang="en-US"/>
          </a:p>
          <a:p>
            <a:pPr lvl="3" eaLnBrk="1" latinLnBrk="0" hangingPunct="1"/>
            <a:r>
              <a:rPr lang="en-US"/>
              <a:t>Fourth level</a:t>
            </a:r>
            <a:endParaRPr lang="en-US"/>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fld id="{1D8BD707-D9CF-40AE-B4C6-C98DA3205C0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showMasterSp="0">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86896" y="1066800"/>
            <a:ext cx="2743200" cy="1981200"/>
          </a:xfrm>
        </p:spPr>
        <p:txBody>
          <a:bodyPr anchor="b">
            <a:noAutofit/>
          </a:bodyPr>
          <a:lstStyle>
            <a:lvl1pPr algn="l">
              <a:buNone/>
              <a:defRPr sz="2100" b="1">
                <a:effectLst/>
              </a:defRPr>
            </a:lvl1pPr>
          </a:lstStyle>
          <a:p>
            <a:r>
              <a:rPr kumimoji="0" lang="en-US"/>
              <a:t>Click to edit Master title style</a:t>
            </a:r>
            <a:endParaRPr kumimoji="0" lang="en-US"/>
          </a:p>
        </p:txBody>
      </p:sp>
      <p:sp>
        <p:nvSpPr>
          <p:cNvPr id="5" name="Date Placeholder 4"/>
          <p:cNvSpPr>
            <a:spLocks noGrp="1"/>
          </p:cNvSpPr>
          <p:nvPr>
            <p:ph type="dt" sz="half" idx="10"/>
          </p:nvPr>
        </p:nvSpPr>
        <p:spPr/>
        <p:txBody>
          <a:bodyPr/>
          <a:lstStyle/>
          <a:p>
            <a:fld id="{1D8BD707-D9CF-40AE-B4C6-C98DA3205C0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
        <p:nvSpPr>
          <p:cNvPr id="8" name="Rectangle 7"/>
          <p:cNvSpPr/>
          <p:nvPr/>
        </p:nvSpPr>
        <p:spPr>
          <a:xfrm>
            <a:off x="762000" y="1066800"/>
            <a:ext cx="4572000" cy="4572000"/>
          </a:xfrm>
          <a:prstGeom prst="rect">
            <a:avLst/>
          </a:prstGeom>
          <a:solidFill>
            <a:srgbClr val="FFFFFF"/>
          </a:solidFill>
          <a:ln w="88900" cap="sq">
            <a:solidFill>
              <a:srgbClr val="FFFFFF"/>
            </a:solidFill>
            <a:miter lim="800000"/>
          </a:ln>
          <a:effectLst>
            <a:outerShdw blurRad="55500" dist="18500" dir="5400000" algn="tl" rotWithShape="0">
              <a:srgbClr val="000000">
                <a:alpha val="35000"/>
              </a:srgbClr>
            </a:outerShdw>
          </a:effectLst>
          <a:scene3d>
            <a:camera prst="orthographicFront"/>
            <a:lightRig rig="twoPt" dir="t">
              <a:rot lat="0" lon="0" rev="7200000"/>
            </a:lightRig>
          </a:scene3d>
          <a:sp3d contourW="635">
            <a:bevelT w="25400" h="19050"/>
            <a:contourClr>
              <a:srgbClr val="969696"/>
            </a:contourClr>
          </a:sp3d>
        </p:spPr>
        <p:txBody>
          <a:bodyPr lIns="91440" tIns="274320" rtlCol="0" anchor="t">
            <a:normAutofit/>
          </a:bodyPr>
          <a:lstStyle/>
          <a:p>
            <a:pPr marL="0" indent="-283210" algn="l" rtl="0" eaLnBrk="1" latinLnBrk="0" hangingPunct="1">
              <a:lnSpc>
                <a:spcPts val="3000"/>
              </a:lnSpc>
              <a:spcBef>
                <a:spcPts val="600"/>
              </a:spcBef>
              <a:buClr>
                <a:schemeClr val="accent1"/>
              </a:buClr>
              <a:buSzPct val="80000"/>
              <a:buFont typeface="Wingdings 2" panose="05020102010507070707"/>
              <a:buNone/>
            </a:pPr>
            <a:endParaRPr kumimoji="0" lang="en-US" sz="3200" kern="1200">
              <a:solidFill>
                <a:schemeClr val="tx1"/>
              </a:solidFill>
              <a:latin typeface="+mn-lt"/>
              <a:ea typeface="+mn-ea"/>
              <a:cs typeface="+mn-cs"/>
            </a:endParaRPr>
          </a:p>
        </p:txBody>
      </p:sp>
      <p:sp>
        <p:nvSpPr>
          <p:cNvPr id="3" name="Picture Placeholder 2"/>
          <p:cNvSpPr>
            <a:spLocks noGrp="1"/>
          </p:cNvSpPr>
          <p:nvPr>
            <p:ph type="pic" idx="1"/>
          </p:nvPr>
        </p:nvSpPr>
        <p:spPr>
          <a:xfrm>
            <a:off x="838200" y="1143003"/>
            <a:ext cx="4419600" cy="3514531"/>
          </a:xfrm>
          <a:prstGeom prst="roundRect">
            <a:avLst>
              <a:gd name="adj" fmla="val 783"/>
            </a:avLst>
          </a:prstGeom>
          <a:solidFill>
            <a:schemeClr val="bg2"/>
          </a:solidFill>
          <a:ln w="127000">
            <a:noFill/>
            <a:miter lim="800000"/>
          </a:ln>
          <a:effectLst/>
        </p:spPr>
        <p:txBody>
          <a:bodyPr lIns="91440" tIns="274320" anchor="t"/>
          <a:lstStyle>
            <a:lvl1pPr indent="0">
              <a:buNone/>
              <a:defRPr sz="3200"/>
            </a:lvl1pPr>
          </a:lstStyle>
          <a:p>
            <a:pPr marL="0" algn="l" eaLnBrk="1" latinLnBrk="0" hangingPunct="1"/>
            <a:r>
              <a:rPr kumimoji="0" lang="en-US"/>
              <a:t>Click icon to add picture</a:t>
            </a:r>
            <a:endParaRPr kumimoji="0" lang="en-US" dirty="0"/>
          </a:p>
        </p:txBody>
      </p:sp>
      <p:sp>
        <p:nvSpPr>
          <p:cNvPr id="9" name="Flowchart: Process 8"/>
          <p:cNvSpPr/>
          <p:nvPr/>
        </p:nvSpPr>
        <p:spPr>
          <a:xfrm rot="19468671">
            <a:off x="396725" y="954341"/>
            <a:ext cx="685800" cy="204310"/>
          </a:xfrm>
          <a:prstGeom prst="flowChartProcess">
            <a:avLst/>
          </a:prstGeom>
          <a:solidFill>
            <a:srgbClr val="FBFBFB">
              <a:alpha val="45098"/>
            </a:srgbClr>
          </a:solidFill>
          <a:ln w="6350" cap="rnd" cmpd="sng" algn="ctr">
            <a:solidFill>
              <a:srgbClr val="FFFFFF">
                <a:alpha val="100000"/>
              </a:srgbClr>
            </a:solidFill>
            <a:prstDash val="solid"/>
          </a:ln>
          <a:effectLst>
            <a:outerShdw blurRad="25400" dist="25400" dir="3300000" sx="96000" sy="96000" algn="tl" rotWithShape="0">
              <a:schemeClr val="bg2">
                <a:shade val="90000"/>
                <a:satMod val="200000"/>
                <a:alpha val="40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Flowchart: Process 9"/>
          <p:cNvSpPr/>
          <p:nvPr/>
        </p:nvSpPr>
        <p:spPr>
          <a:xfrm rot="2103354" flipH="1">
            <a:off x="5003667" y="936786"/>
            <a:ext cx="649224" cy="204310"/>
          </a:xfrm>
          <a:prstGeom prst="flowChartProcess">
            <a:avLst/>
          </a:prstGeom>
          <a:solidFill>
            <a:srgbClr val="FBFBFB">
              <a:alpha val="45098"/>
            </a:srgbClr>
          </a:solidFill>
          <a:ln w="6350" cap="rnd" cmpd="sng" algn="ctr">
            <a:solidFill>
              <a:srgbClr val="FFFFFF">
                <a:alpha val="100000"/>
              </a:srgbClr>
            </a:solidFill>
            <a:prstDash val="solid"/>
          </a:ln>
          <a:effectLst>
            <a:outerShdw blurRad="25400" dist="25400" dir="3300000" sx="96000" sy="96000" algn="tl" rotWithShape="0">
              <a:schemeClr val="bg2">
                <a:alpha val="20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4" name="Text Placeholder 3"/>
          <p:cNvSpPr>
            <a:spLocks noGrp="1"/>
          </p:cNvSpPr>
          <p:nvPr>
            <p:ph type="body" sz="half" idx="2"/>
          </p:nvPr>
        </p:nvSpPr>
        <p:spPr>
          <a:xfrm>
            <a:off x="838200" y="4800600"/>
            <a:ext cx="4419600" cy="762000"/>
          </a:xfrm>
        </p:spPr>
        <p:txBody>
          <a:bodyPr anchor="ctr"/>
          <a:lstStyle>
            <a:lvl1pPr marL="0" indent="0" algn="l">
              <a:lnSpc>
                <a:spcPts val="1600"/>
              </a:lnSpc>
              <a:spcBef>
                <a:spcPts val="0"/>
              </a:spcBef>
              <a:buNone/>
              <a:defRPr sz="1400">
                <a:solidFill>
                  <a:srgbClr val="777777"/>
                </a:solidFill>
              </a:defRPr>
            </a:lvl1pPr>
            <a:lvl2pPr>
              <a:defRPr sz="1200"/>
            </a:lvl2pPr>
            <a:lvl3pPr>
              <a:defRPr sz="1000"/>
            </a:lvl3pPr>
            <a:lvl4pPr>
              <a:defRPr sz="900"/>
            </a:lvl4pPr>
            <a:lvl5pPr>
              <a:defRPr sz="900"/>
            </a:lvl5pPr>
          </a:lstStyle>
          <a:p>
            <a:pPr lvl="0" eaLnBrk="1" latinLnBrk="0" hangingPunct="1"/>
            <a:r>
              <a:rPr kumimoji="0" lang="en-US"/>
              <a:t>Click to edit Master text styles</a:t>
            </a:r>
            <a:endParaRPr kumimoji="0"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endParaRPr lang="en-US"/>
          </a:p>
          <a:p>
            <a:pPr lvl="1" eaLnBrk="1" latinLnBrk="0" hangingPunct="1"/>
            <a:r>
              <a:rPr lang="en-US"/>
              <a:t>Second level</a:t>
            </a:r>
            <a:endParaRPr lang="en-US"/>
          </a:p>
          <a:p>
            <a:pPr lvl="2" eaLnBrk="1" latinLnBrk="0" hangingPunct="1"/>
            <a:r>
              <a:rPr lang="en-US"/>
              <a:t>Third level</a:t>
            </a:r>
            <a:endParaRPr lang="en-US"/>
          </a:p>
          <a:p>
            <a:pPr lvl="3" eaLnBrk="1" latinLnBrk="0" hangingPunct="1"/>
            <a:r>
              <a:rPr lang="en-US"/>
              <a:t>Fourth level</a:t>
            </a:r>
            <a:endParaRPr lang="en-US"/>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58000" y="274639"/>
            <a:ext cx="1828800" cy="5851525"/>
          </a:xfrm>
        </p:spPr>
        <p:txBody>
          <a:bodyPr vert="eaVert"/>
          <a:lstStyle/>
          <a:p>
            <a:r>
              <a:rPr kumimoji="0" lang="en-US"/>
              <a:t>Click to edit Master title style</a:t>
            </a:r>
            <a:endParaRPr kumimoji="0" lang="en-US"/>
          </a:p>
        </p:txBody>
      </p:sp>
      <p:sp>
        <p:nvSpPr>
          <p:cNvPr id="3" name="Vertical Text Placeholder 2"/>
          <p:cNvSpPr>
            <a:spLocks noGrp="1"/>
          </p:cNvSpPr>
          <p:nvPr>
            <p:ph type="body" orient="vert" idx="1"/>
          </p:nvPr>
        </p:nvSpPr>
        <p:spPr>
          <a:xfrm>
            <a:off x="1143000" y="274640"/>
            <a:ext cx="5562600" cy="5851525"/>
          </a:xfrm>
        </p:spPr>
        <p:txBody>
          <a:bodyPr vert="eaVert"/>
          <a:lstStyle/>
          <a:p>
            <a:pPr lvl="0" eaLnBrk="1" latinLnBrk="0" hangingPunct="1"/>
            <a:r>
              <a:rPr lang="en-US"/>
              <a:t>Click to edit Master text styles</a:t>
            </a:r>
            <a:endParaRPr lang="en-US"/>
          </a:p>
          <a:p>
            <a:pPr lvl="1" eaLnBrk="1" latinLnBrk="0" hangingPunct="1"/>
            <a:r>
              <a:rPr lang="en-US"/>
              <a:t>Second level</a:t>
            </a:r>
            <a:endParaRPr lang="en-US"/>
          </a:p>
          <a:p>
            <a:pPr lvl="2" eaLnBrk="1" latinLnBrk="0" hangingPunct="1"/>
            <a:r>
              <a:rPr lang="en-US"/>
              <a:t>Third level</a:t>
            </a:r>
            <a:endParaRPr lang="en-US"/>
          </a:p>
          <a:p>
            <a:pPr lvl="3" eaLnBrk="1" latinLnBrk="0" hangingPunct="1"/>
            <a:r>
              <a:rPr lang="en-US"/>
              <a:t>Fourth level</a:t>
            </a:r>
            <a:endParaRPr lang="en-US"/>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7" name="Pie 6"/>
          <p:cNvSpPr/>
          <p:nvPr/>
        </p:nvSpPr>
        <p:spPr>
          <a:xfrm>
            <a:off x="-815927" y="-815922"/>
            <a:ext cx="1638887" cy="1638887"/>
          </a:xfrm>
          <a:prstGeom prst="pie">
            <a:avLst>
              <a:gd name="adj1" fmla="val 0"/>
              <a:gd name="adj2" fmla="val 5402120"/>
            </a:avLst>
          </a:prstGeom>
          <a:solidFill>
            <a:schemeClr val="bg2">
              <a:tint val="18000"/>
              <a:satMod val="220000"/>
              <a:alpha val="33000"/>
            </a:schemeClr>
          </a:solidFill>
          <a:ln w="3175" cap="rnd" cmpd="sng" algn="ctr">
            <a:solidFill>
              <a:schemeClr val="bg2">
                <a:shade val="70000"/>
                <a:satMod val="200000"/>
                <a:alpha val="100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Oval 7"/>
          <p:cNvSpPr/>
          <p:nvPr/>
        </p:nvSpPr>
        <p:spPr>
          <a:xfrm>
            <a:off x="168816" y="21102"/>
            <a:ext cx="1702191" cy="1702191"/>
          </a:xfrm>
          <a:prstGeom prst="ellipse">
            <a:avLst/>
          </a:prstGeom>
          <a:noFill/>
          <a:ln w="27305" cap="rnd" cmpd="sng" algn="ctr">
            <a:solidFill>
              <a:schemeClr val="bg2">
                <a:tint val="45000"/>
                <a:satMod val="325000"/>
                <a:alpha val="100000"/>
              </a:schemeClr>
            </a:solidFill>
            <a:prstDash val="solid"/>
          </a:ln>
          <a:effectLst>
            <a:outerShdw blurRad="25400" dist="25400" dir="5400000" algn="tl" rotWithShape="0">
              <a:schemeClr val="bg2">
                <a:shade val="50000"/>
                <a:satMod val="150000"/>
                <a:alpha val="8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Donut 10"/>
          <p:cNvSpPr/>
          <p:nvPr/>
        </p:nvSpPr>
        <p:spPr>
          <a:xfrm rot="2315675">
            <a:off x="182881" y="1055077"/>
            <a:ext cx="1125717" cy="1102624"/>
          </a:xfrm>
          <a:prstGeom prst="donut">
            <a:avLst>
              <a:gd name="adj" fmla="val 11833"/>
            </a:avLst>
          </a:prstGeom>
          <a:gradFill rotWithShape="1">
            <a:gsLst>
              <a:gs pos="0">
                <a:schemeClr val="bg2">
                  <a:tint val="10000"/>
                  <a:shade val="99000"/>
                  <a:satMod val="355000"/>
                  <a:alpha val="70000"/>
                </a:schemeClr>
              </a:gs>
              <a:gs pos="70000">
                <a:schemeClr val="bg2">
                  <a:tint val="6000"/>
                  <a:shade val="100000"/>
                  <a:satMod val="400000"/>
                  <a:alpha val="55000"/>
                </a:schemeClr>
              </a:gs>
              <a:gs pos="100000">
                <a:schemeClr val="bg2">
                  <a:tint val="100000"/>
                  <a:shade val="75000"/>
                  <a:satMod val="370000"/>
                  <a:alpha val="60000"/>
                </a:schemeClr>
              </a:gs>
            </a:gsLst>
            <a:path path="circle">
              <a:fillToRect l="-407500" t="-50000" r="507500" b="150000"/>
            </a:path>
          </a:gradFill>
          <a:ln w="7350" cap="rnd" cmpd="sng" algn="ctr">
            <a:solidFill>
              <a:schemeClr val="bg2">
                <a:shade val="60000"/>
                <a:satMod val="220000"/>
                <a:alpha val="100000"/>
              </a:schemeClr>
            </a:solidFill>
            <a:prstDash val="solid"/>
          </a:ln>
          <a:effectLst>
            <a:outerShdw blurRad="12700" dist="15000" dir="4500000" algn="tl" rotWithShape="0">
              <a:schemeClr val="bg2">
                <a:shade val="10000"/>
                <a:satMod val="200000"/>
                <a:alpha val="3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Rectangle 11"/>
          <p:cNvSpPr/>
          <p:nvPr/>
        </p:nvSpPr>
        <p:spPr>
          <a:xfrm>
            <a:off x="1012873" y="-54"/>
            <a:ext cx="8131127" cy="6858054"/>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5" name="Title Placeholder 4"/>
          <p:cNvSpPr>
            <a:spLocks noGrp="1"/>
          </p:cNvSpPr>
          <p:nvPr>
            <p:ph type="title"/>
          </p:nvPr>
        </p:nvSpPr>
        <p:spPr>
          <a:xfrm>
            <a:off x="1435608" y="274638"/>
            <a:ext cx="7498080" cy="1143000"/>
          </a:xfrm>
          <a:prstGeom prst="rect">
            <a:avLst/>
          </a:prstGeom>
        </p:spPr>
        <p:txBody>
          <a:bodyPr anchor="ctr">
            <a:normAutofit/>
          </a:bodyPr>
          <a:lstStyle/>
          <a:p>
            <a:r>
              <a:rPr kumimoji="0" lang="en-US"/>
              <a:t>Click to edit Master title style</a:t>
            </a:r>
            <a:endParaRPr kumimoji="0" lang="en-US"/>
          </a:p>
        </p:txBody>
      </p:sp>
      <p:sp>
        <p:nvSpPr>
          <p:cNvPr id="9" name="Text Placeholder 8"/>
          <p:cNvSpPr>
            <a:spLocks noGrp="1"/>
          </p:cNvSpPr>
          <p:nvPr>
            <p:ph type="body" idx="1"/>
          </p:nvPr>
        </p:nvSpPr>
        <p:spPr>
          <a:xfrm>
            <a:off x="1435608" y="1447800"/>
            <a:ext cx="7498080" cy="4800600"/>
          </a:xfrm>
          <a:prstGeom prst="rect">
            <a:avLst/>
          </a:prstGeom>
        </p:spPr>
        <p:txBody>
          <a:bodyPr>
            <a:normAutofit/>
          </a:bodyPr>
          <a:lstStyle/>
          <a:p>
            <a:pPr lvl="0" eaLnBrk="1" latinLnBrk="0" hangingPunct="1"/>
            <a:r>
              <a:rPr kumimoji="0" lang="en-US"/>
              <a:t>Click to edit Master text styles</a:t>
            </a:r>
            <a:endParaRPr kumimoji="0" lang="en-US"/>
          </a:p>
          <a:p>
            <a:pPr lvl="1" eaLnBrk="1" latinLnBrk="0" hangingPunct="1"/>
            <a:r>
              <a:rPr kumimoji="0" lang="en-US"/>
              <a:t>Second level</a:t>
            </a:r>
            <a:endParaRPr kumimoji="0" lang="en-US"/>
          </a:p>
          <a:p>
            <a:pPr lvl="2" eaLnBrk="1" latinLnBrk="0" hangingPunct="1"/>
            <a:r>
              <a:rPr kumimoji="0" lang="en-US"/>
              <a:t>Third level</a:t>
            </a:r>
            <a:endParaRPr kumimoji="0" lang="en-US"/>
          </a:p>
          <a:p>
            <a:pPr lvl="3" eaLnBrk="1" latinLnBrk="0" hangingPunct="1"/>
            <a:r>
              <a:rPr kumimoji="0" lang="en-US"/>
              <a:t>Fourth level</a:t>
            </a:r>
            <a:endParaRPr kumimoji="0" lang="en-US"/>
          </a:p>
          <a:p>
            <a:pPr lvl="4" eaLnBrk="1" latinLnBrk="0" hangingPunct="1"/>
            <a:r>
              <a:rPr kumimoji="0" lang="en-US"/>
              <a:t>Fifth level</a:t>
            </a:r>
            <a:endParaRPr kumimoji="0" lang="en-US"/>
          </a:p>
        </p:txBody>
      </p:sp>
      <p:sp>
        <p:nvSpPr>
          <p:cNvPr id="24" name="Date Placeholder 23"/>
          <p:cNvSpPr>
            <a:spLocks noGrp="1"/>
          </p:cNvSpPr>
          <p:nvPr>
            <p:ph type="dt" sz="half" idx="2"/>
          </p:nvPr>
        </p:nvSpPr>
        <p:spPr>
          <a:xfrm>
            <a:off x="3581400" y="6305550"/>
            <a:ext cx="2133600" cy="476250"/>
          </a:xfrm>
          <a:prstGeom prst="rect">
            <a:avLst/>
          </a:prstGeom>
        </p:spPr>
        <p:txBody>
          <a:bodyPr anchor="b"/>
          <a:lstStyle>
            <a:lvl1pPr algn="r" eaLnBrk="1" latinLnBrk="0" hangingPunct="1">
              <a:defRPr kumimoji="0" sz="1200">
                <a:solidFill>
                  <a:schemeClr val="bg2">
                    <a:shade val="50000"/>
                    <a:satMod val="200000"/>
                  </a:schemeClr>
                </a:solidFill>
              </a:defRPr>
            </a:lvl1pPr>
          </a:lstStyle>
          <a:p>
            <a:fld id="{1D8BD707-D9CF-40AE-B4C6-C98DA3205C09}" type="datetimeFigureOut">
              <a:rPr lang="en-US" smtClean="0"/>
            </a:fld>
            <a:endParaRPr lang="en-US"/>
          </a:p>
        </p:txBody>
      </p:sp>
      <p:sp>
        <p:nvSpPr>
          <p:cNvPr id="10" name="Footer Placeholder 9"/>
          <p:cNvSpPr>
            <a:spLocks noGrp="1"/>
          </p:cNvSpPr>
          <p:nvPr>
            <p:ph type="ftr" sz="quarter" idx="3"/>
          </p:nvPr>
        </p:nvSpPr>
        <p:spPr>
          <a:xfrm>
            <a:off x="5715000" y="6305550"/>
            <a:ext cx="2895600" cy="476250"/>
          </a:xfrm>
          <a:prstGeom prst="rect">
            <a:avLst/>
          </a:prstGeom>
        </p:spPr>
        <p:txBody>
          <a:bodyPr anchor="b"/>
          <a:lstStyle>
            <a:lvl1pPr eaLnBrk="1" latinLnBrk="0" hangingPunct="1">
              <a:defRPr kumimoji="0" sz="1200">
                <a:solidFill>
                  <a:schemeClr val="bg2">
                    <a:shade val="50000"/>
                    <a:satMod val="200000"/>
                  </a:schemeClr>
                </a:solidFill>
                <a:effectLst/>
              </a:defRPr>
            </a:lvl1pPr>
          </a:lstStyle>
          <a:p>
            <a:endParaRPr lang="en-US"/>
          </a:p>
        </p:txBody>
      </p:sp>
      <p:sp>
        <p:nvSpPr>
          <p:cNvPr id="22" name="Slide Number Placeholder 21"/>
          <p:cNvSpPr>
            <a:spLocks noGrp="1"/>
          </p:cNvSpPr>
          <p:nvPr>
            <p:ph type="sldNum" sz="quarter" idx="4"/>
          </p:nvPr>
        </p:nvSpPr>
        <p:spPr>
          <a:xfrm>
            <a:off x="8613648" y="6305550"/>
            <a:ext cx="457200" cy="476250"/>
          </a:xfrm>
          <a:prstGeom prst="rect">
            <a:avLst/>
          </a:prstGeom>
        </p:spPr>
        <p:txBody>
          <a:bodyPr anchor="b"/>
          <a:lstStyle>
            <a:lvl1pPr algn="ctr" eaLnBrk="1" latinLnBrk="0" hangingPunct="1">
              <a:defRPr kumimoji="0" sz="1200">
                <a:solidFill>
                  <a:schemeClr val="bg2">
                    <a:shade val="50000"/>
                    <a:satMod val="200000"/>
                  </a:schemeClr>
                </a:solidFill>
                <a:effectLst/>
              </a:defRPr>
            </a:lvl1pPr>
          </a:lstStyle>
          <a:p>
            <a:fld id="{B6F15528-21DE-4FAA-801E-634DDDAF4B2B}" type="slidenum">
              <a:rPr lang="en-US" smtClean="0"/>
            </a:fld>
            <a:endParaRPr lang="en-US"/>
          </a:p>
        </p:txBody>
      </p:sp>
      <p:sp>
        <p:nvSpPr>
          <p:cNvPr id="15" name="Rectangle 14"/>
          <p:cNvSpPr/>
          <p:nvPr/>
        </p:nvSpPr>
        <p:spPr bwMode="invGray">
          <a:xfrm>
            <a:off x="1014984" y="-54"/>
            <a:ext cx="73152" cy="6858054"/>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rtl="0" eaLnBrk="1" latinLnBrk="0" hangingPunct="1">
        <a:spcBef>
          <a:spcPct val="0"/>
        </a:spcBef>
        <a:buNone/>
        <a:defRPr kumimoji="0" sz="4300" kern="1200">
          <a:solidFill>
            <a:schemeClr val="tx2">
              <a:satMod val="130000"/>
            </a:schemeClr>
          </a:solidFill>
          <a:effectLst>
            <a:outerShdw blurRad="50000" dist="30000" dir="5400000" algn="tl" rotWithShape="0">
              <a:srgbClr val="000000">
                <a:alpha val="30000"/>
              </a:srgbClr>
            </a:outerShdw>
          </a:effectLst>
          <a:latin typeface="+mj-lt"/>
          <a:ea typeface="+mj-ea"/>
          <a:cs typeface="+mj-cs"/>
        </a:defRPr>
      </a:lvl1pPr>
    </p:titleStyle>
    <p:bodyStyle>
      <a:lvl1pPr marL="365760" indent="-283210" algn="l" rtl="0" eaLnBrk="1" latinLnBrk="0" hangingPunct="1">
        <a:lnSpc>
          <a:spcPct val="100000"/>
        </a:lnSpc>
        <a:spcBef>
          <a:spcPts val="600"/>
        </a:spcBef>
        <a:buClr>
          <a:schemeClr val="accent1"/>
        </a:buClr>
        <a:buSzPct val="80000"/>
        <a:buFont typeface="Wingdings 2" panose="05020102010507070707"/>
        <a:buChar char=""/>
        <a:defRPr kumimoji="0" sz="3200" kern="1200">
          <a:solidFill>
            <a:schemeClr val="tx1"/>
          </a:solidFill>
          <a:latin typeface="+mn-lt"/>
          <a:ea typeface="+mn-ea"/>
          <a:cs typeface="+mn-cs"/>
        </a:defRPr>
      </a:lvl1pPr>
      <a:lvl2pPr marL="640080" indent="-237490" algn="l" rtl="0" eaLnBrk="1" latinLnBrk="0" hangingPunct="1">
        <a:lnSpc>
          <a:spcPct val="100000"/>
        </a:lnSpc>
        <a:spcBef>
          <a:spcPts val="550"/>
        </a:spcBef>
        <a:buClr>
          <a:schemeClr val="accent1"/>
        </a:buClr>
        <a:buFont typeface="Verdana" panose="020B0604030504040204"/>
        <a:buChar char="◦"/>
        <a:defRPr kumimoji="0" sz="2800" kern="1200">
          <a:solidFill>
            <a:schemeClr val="tx1"/>
          </a:solidFill>
          <a:latin typeface="+mn-lt"/>
          <a:ea typeface="+mn-ea"/>
          <a:cs typeface="+mn-cs"/>
        </a:defRPr>
      </a:lvl2pPr>
      <a:lvl3pPr marL="887095" indent="-228600" algn="l" rtl="0" eaLnBrk="1" latinLnBrk="0" hangingPunct="1">
        <a:lnSpc>
          <a:spcPct val="100000"/>
        </a:lnSpc>
        <a:spcBef>
          <a:spcPct val="20000"/>
        </a:spcBef>
        <a:buClr>
          <a:schemeClr val="accent2"/>
        </a:buClr>
        <a:buFont typeface="Wingdings 2" panose="05020102010507070707"/>
        <a:buChar char=""/>
        <a:defRPr kumimoji="0" sz="2400" kern="1200">
          <a:solidFill>
            <a:schemeClr val="tx1"/>
          </a:solidFill>
          <a:latin typeface="+mn-lt"/>
          <a:ea typeface="+mn-ea"/>
          <a:cs typeface="+mn-cs"/>
        </a:defRPr>
      </a:lvl3pPr>
      <a:lvl4pPr marL="1097280" indent="-173990" algn="l" rtl="0" eaLnBrk="1" latinLnBrk="0" hangingPunct="1">
        <a:lnSpc>
          <a:spcPct val="100000"/>
        </a:lnSpc>
        <a:spcBef>
          <a:spcPct val="20000"/>
        </a:spcBef>
        <a:buClr>
          <a:schemeClr val="accent3"/>
        </a:buClr>
        <a:buFont typeface="Wingdings 2" panose="05020102010507070707"/>
        <a:buChar char=""/>
        <a:defRPr kumimoji="0" sz="2000" kern="1200">
          <a:solidFill>
            <a:schemeClr val="tx1"/>
          </a:solidFill>
          <a:latin typeface="+mn-lt"/>
          <a:ea typeface="+mn-ea"/>
          <a:cs typeface="+mn-cs"/>
        </a:defRPr>
      </a:lvl4pPr>
      <a:lvl5pPr marL="1298575" indent="-182880" algn="l" rtl="0" eaLnBrk="1" latinLnBrk="0" hangingPunct="1">
        <a:lnSpc>
          <a:spcPct val="100000"/>
        </a:lnSpc>
        <a:spcBef>
          <a:spcPct val="20000"/>
        </a:spcBef>
        <a:buClr>
          <a:schemeClr val="accent4"/>
        </a:buClr>
        <a:buFont typeface="Wingdings 2" panose="05020102010507070707"/>
        <a:buChar char=""/>
        <a:defRPr kumimoji="0" sz="2000" kern="1200">
          <a:solidFill>
            <a:schemeClr val="tx1"/>
          </a:solidFill>
          <a:latin typeface="+mn-lt"/>
          <a:ea typeface="+mn-ea"/>
          <a:cs typeface="+mn-cs"/>
        </a:defRPr>
      </a:lvl5pPr>
      <a:lvl6pPr marL="1508760" indent="-182880" algn="l" rtl="0" eaLnBrk="1" latinLnBrk="0" hangingPunct="1">
        <a:lnSpc>
          <a:spcPct val="100000"/>
        </a:lnSpc>
        <a:spcBef>
          <a:spcPct val="20000"/>
        </a:spcBef>
        <a:buClr>
          <a:schemeClr val="accent5"/>
        </a:buClr>
        <a:buFont typeface="Wingdings 2" panose="05020102010507070707"/>
        <a:buChar char=""/>
        <a:defRPr kumimoji="0" sz="2000" kern="1200">
          <a:solidFill>
            <a:schemeClr val="tx1"/>
          </a:solidFill>
          <a:latin typeface="+mn-lt"/>
          <a:ea typeface="+mn-ea"/>
          <a:cs typeface="+mn-cs"/>
        </a:defRPr>
      </a:lvl6pPr>
      <a:lvl7pPr marL="1718945" indent="-182880" algn="l" rtl="0" eaLnBrk="1" latinLnBrk="0" hangingPunct="1">
        <a:lnSpc>
          <a:spcPct val="100000"/>
        </a:lnSpc>
        <a:spcBef>
          <a:spcPct val="20000"/>
        </a:spcBef>
        <a:buClr>
          <a:schemeClr val="accent6"/>
        </a:buClr>
        <a:buFont typeface="Wingdings 2" panose="05020102010507070707"/>
        <a:buChar char=""/>
        <a:defRPr kumimoji="0" sz="2000" kern="1200">
          <a:solidFill>
            <a:schemeClr val="tx1"/>
          </a:solidFill>
          <a:latin typeface="+mn-lt"/>
          <a:ea typeface="+mn-ea"/>
          <a:cs typeface="+mn-cs"/>
        </a:defRPr>
      </a:lvl7pPr>
      <a:lvl8pPr marL="1920240" indent="-182880" algn="l" rtl="0" eaLnBrk="1" latinLnBrk="0" hangingPunct="1">
        <a:lnSpc>
          <a:spcPct val="100000"/>
        </a:lnSpc>
        <a:spcBef>
          <a:spcPct val="20000"/>
        </a:spcBef>
        <a:buClr>
          <a:schemeClr val="accent6"/>
        </a:buClr>
        <a:buFont typeface="Wingdings 2" panose="05020102010507070707"/>
        <a:buChar char=""/>
        <a:defRPr kumimoji="0" sz="2000" kern="1200">
          <a:solidFill>
            <a:schemeClr val="tx1"/>
          </a:solidFill>
          <a:latin typeface="+mn-lt"/>
          <a:ea typeface="+mn-ea"/>
          <a:cs typeface="+mn-cs"/>
        </a:defRPr>
      </a:lvl8pPr>
      <a:lvl9pPr marL="2130425" indent="-182880" algn="l" rtl="0" eaLnBrk="1" latinLnBrk="0" hangingPunct="1">
        <a:lnSpc>
          <a:spcPct val="100000"/>
        </a:lnSpc>
        <a:spcBef>
          <a:spcPct val="20000"/>
        </a:spcBef>
        <a:buClr>
          <a:schemeClr val="accent6"/>
        </a:buClr>
        <a:buFont typeface="Wingdings 2" panose="05020102010507070707"/>
        <a:buChar char=""/>
        <a:defRPr kumimoji="0" sz="20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image" Target="../media/image9.png"/><Relationship Id="rId1" Type="http://schemas.openxmlformats.org/officeDocument/2006/relationships/image" Target="../media/image8.png"/></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0.png"/></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1.png"/></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2.png"/></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image" Target="../media/image14.png"/><Relationship Id="rId1" Type="http://schemas.openxmlformats.org/officeDocument/2006/relationships/image" Target="../media/image13.png"/></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5.png"/></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6.png"/></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7.png"/></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8.png"/></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9.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0.png"/></Relationships>
</file>

<file path=ppt/slides/_rels/slide2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hyperlink" Target="https://anypoint.mulesoft.com/" TargetMode="Externa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2.xml"/><Relationship Id="rId1" Type="http://schemas.openxmlformats.org/officeDocument/2006/relationships/image" Target="../media/image21.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2.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hyperlink" Target="https://dzone.com/articles/understanding-mule-events-in-mule-4"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371600" y="1828800"/>
            <a:ext cx="7406640" cy="1472184"/>
          </a:xfrm>
        </p:spPr>
        <p:txBody>
          <a:bodyPr>
            <a:noAutofit/>
          </a:bodyPr>
          <a:lstStyle/>
          <a:p>
            <a:pPr algn="ctr"/>
            <a:r>
              <a:rPr lang="en-US" sz="9600" dirty="0"/>
              <a:t>UNIT -II</a:t>
            </a:r>
            <a:endParaRPr lang="en-US" sz="9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435608" y="381000"/>
            <a:ext cx="7498080" cy="5867400"/>
          </a:xfrm>
        </p:spPr>
        <p:txBody>
          <a:bodyPr>
            <a:normAutofit fontScale="85000" lnSpcReduction="20000"/>
          </a:bodyPr>
          <a:lstStyle/>
          <a:p>
            <a:r>
              <a:rPr lang="en-US" b="1" dirty="0"/>
              <a:t>API Design:</a:t>
            </a:r>
            <a:r>
              <a:rPr lang="en-US" dirty="0"/>
              <a:t> </a:t>
            </a:r>
            <a:endParaRPr lang="en-US" dirty="0"/>
          </a:p>
          <a:p>
            <a:pPr marL="612775" lvl="2" indent="-283210">
              <a:spcBef>
                <a:spcPts val="600"/>
              </a:spcBef>
              <a:buSzPct val="80000"/>
              <a:buFont typeface="Wingdings 2" panose="05020102010507070707"/>
              <a:buChar char=""/>
            </a:pPr>
            <a:r>
              <a:rPr lang="en-US" sz="2500" dirty="0"/>
              <a:t>Define APIs with Restful API Modeling Language (RAML), </a:t>
            </a:r>
            <a:endParaRPr lang="en-US" sz="2500" dirty="0"/>
          </a:p>
          <a:p>
            <a:pPr marL="612775" lvl="2" indent="-283210">
              <a:spcBef>
                <a:spcPts val="600"/>
              </a:spcBef>
              <a:buSzPct val="80000"/>
              <a:buFont typeface="Wingdings 2" panose="05020102010507070707"/>
              <a:buChar char=""/>
            </a:pPr>
            <a:r>
              <a:rPr lang="en-US" sz="2500" dirty="0"/>
              <a:t>Test Designs with Mock APIs, </a:t>
            </a:r>
            <a:endParaRPr lang="en-US" sz="2500" dirty="0"/>
          </a:p>
          <a:p>
            <a:pPr marL="612775" lvl="2" indent="-283210">
              <a:spcBef>
                <a:spcPts val="600"/>
              </a:spcBef>
              <a:buSzPct val="80000"/>
              <a:buFont typeface="Wingdings 2" panose="05020102010507070707"/>
              <a:buChar char=""/>
            </a:pPr>
            <a:r>
              <a:rPr lang="en-US" sz="2500" dirty="0"/>
              <a:t>Make APIs Discoverable, </a:t>
            </a:r>
            <a:endParaRPr lang="en-US" sz="2500" dirty="0"/>
          </a:p>
          <a:p>
            <a:pPr marL="612775" lvl="2" indent="-283210">
              <a:spcBef>
                <a:spcPts val="600"/>
              </a:spcBef>
              <a:buSzPct val="80000"/>
              <a:buFont typeface="Wingdings 2" panose="05020102010507070707"/>
              <a:buChar char=""/>
            </a:pPr>
            <a:r>
              <a:rPr lang="en-US" sz="2500" dirty="0"/>
              <a:t>Create Public API Portals for External Developers,</a:t>
            </a:r>
            <a:endParaRPr lang="en-US" sz="2500" dirty="0"/>
          </a:p>
          <a:p>
            <a:r>
              <a:rPr lang="en-US" b="1" dirty="0"/>
              <a:t>API Builds:</a:t>
            </a:r>
            <a:r>
              <a:rPr lang="en-US" dirty="0"/>
              <a:t> </a:t>
            </a:r>
            <a:endParaRPr lang="en-US" dirty="0"/>
          </a:p>
          <a:p>
            <a:pPr marL="612775" lvl="2" indent="-283210">
              <a:spcBef>
                <a:spcPts val="600"/>
              </a:spcBef>
              <a:buSzPct val="80000"/>
              <a:buFont typeface="Wingdings 2" panose="05020102010507070707"/>
              <a:buChar char=""/>
            </a:pPr>
            <a:r>
              <a:rPr lang="en-US" sz="2500" dirty="0"/>
              <a:t>Configure Mule Applications, </a:t>
            </a:r>
            <a:endParaRPr lang="en-US" sz="2500" dirty="0"/>
          </a:p>
          <a:p>
            <a:pPr marL="612775" lvl="2" indent="-283210">
              <a:spcBef>
                <a:spcPts val="600"/>
              </a:spcBef>
              <a:buSzPct val="80000"/>
              <a:buFont typeface="Wingdings 2" panose="05020102010507070707"/>
              <a:buChar char=""/>
            </a:pPr>
            <a:r>
              <a:rPr lang="en-US" sz="2500" dirty="0"/>
              <a:t>Access Databases Using Connectors, </a:t>
            </a:r>
            <a:endParaRPr lang="en-US" sz="2500" dirty="0"/>
          </a:p>
          <a:p>
            <a:r>
              <a:rPr lang="en-US" b="1" dirty="0"/>
              <a:t>API</a:t>
            </a:r>
            <a:r>
              <a:rPr lang="en-US" dirty="0"/>
              <a:t> </a:t>
            </a:r>
            <a:r>
              <a:rPr lang="en-US" b="1" dirty="0"/>
              <a:t>Deployment and Management</a:t>
            </a:r>
            <a:r>
              <a:rPr lang="en-US" dirty="0"/>
              <a:t>: </a:t>
            </a:r>
            <a:endParaRPr lang="en-US" dirty="0"/>
          </a:p>
          <a:p>
            <a:pPr marL="612775" lvl="2" indent="-283210">
              <a:spcBef>
                <a:spcPts val="600"/>
              </a:spcBef>
              <a:buSzPct val="80000"/>
              <a:buFont typeface="Wingdings 2" panose="05020102010507070707"/>
              <a:buChar char=""/>
            </a:pPr>
            <a:r>
              <a:rPr lang="en-US" sz="2500" dirty="0"/>
              <a:t>Define Mule Application Deployment Options, </a:t>
            </a:r>
            <a:endParaRPr lang="en-US" sz="2500" dirty="0"/>
          </a:p>
          <a:p>
            <a:pPr marL="612775" lvl="2" indent="-283210">
              <a:spcBef>
                <a:spcPts val="600"/>
              </a:spcBef>
              <a:buSzPct val="80000"/>
              <a:buFont typeface="Wingdings 2" panose="05020102010507070707"/>
              <a:buChar char=""/>
            </a:pPr>
            <a:r>
              <a:rPr lang="en-US" sz="2500" dirty="0"/>
              <a:t>Create and Deploy API Proxies Using API Manager Restrict Access to API proxies with API Manager .</a:t>
            </a:r>
            <a:endParaRPr lang="en-US" sz="2500" dirty="0"/>
          </a:p>
          <a:p>
            <a:pPr marL="365760" lvl="1" indent="-283210">
              <a:spcBef>
                <a:spcPts val="600"/>
              </a:spcBef>
              <a:buSzPct val="80000"/>
              <a:buFont typeface="Wingdings 2" panose="05020102010507070707"/>
              <a:buChar char=""/>
            </a:pPr>
            <a:r>
              <a:rPr lang="en-US" sz="3200" b="1" dirty="0"/>
              <a:t>Mule Events</a:t>
            </a:r>
            <a:r>
              <a:rPr lang="en-US" b="1" dirty="0"/>
              <a:t>:</a:t>
            </a:r>
            <a:r>
              <a:rPr lang="en-US" dirty="0"/>
              <a:t> </a:t>
            </a:r>
            <a:endParaRPr lang="en-US" dirty="0"/>
          </a:p>
          <a:p>
            <a:pPr marL="612775" lvl="2" indent="-283210">
              <a:spcBef>
                <a:spcPts val="600"/>
              </a:spcBef>
              <a:buSzPct val="80000"/>
              <a:buFont typeface="Wingdings 2" panose="05020102010507070707"/>
              <a:buChar char=""/>
            </a:pPr>
            <a:r>
              <a:rPr lang="en-US" dirty="0"/>
              <a:t>Log Mule Event Data, </a:t>
            </a:r>
            <a:endParaRPr lang="en-US" dirty="0"/>
          </a:p>
          <a:p>
            <a:pPr marL="612775" lvl="2" indent="-283210">
              <a:spcBef>
                <a:spcPts val="600"/>
              </a:spcBef>
              <a:buSzPct val="80000"/>
              <a:buFont typeface="Wingdings 2" panose="05020102010507070707"/>
              <a:buChar char=""/>
            </a:pPr>
            <a:r>
              <a:rPr lang="en-US" dirty="0"/>
              <a:t>Debug Mule Applications, </a:t>
            </a:r>
            <a:endParaRPr lang="en-US" dirty="0"/>
          </a:p>
          <a:p>
            <a:pPr marL="612775" lvl="2" indent="-283210">
              <a:spcBef>
                <a:spcPts val="600"/>
              </a:spcBef>
              <a:buSzPct val="80000"/>
              <a:buFont typeface="Wingdings 2" panose="05020102010507070707"/>
              <a:buChar char=""/>
            </a:pPr>
            <a:r>
              <a:rPr lang="en-US" dirty="0"/>
              <a:t>Compose Event Properties, Create Variables.</a:t>
            </a:r>
            <a:endParaRPr lang="en-US" dirty="0"/>
          </a:p>
          <a:p>
            <a:endParaRPr lang="en-US" dirty="0"/>
          </a:p>
          <a:p>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1"/>
          <a:stretch>
            <a:fillRect/>
          </a:stretch>
        </p:blipFill>
        <p:spPr>
          <a:xfrm>
            <a:off x="1066799" y="914400"/>
            <a:ext cx="7721601" cy="46990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1"/>
          <a:stretch>
            <a:fillRect/>
          </a:stretch>
        </p:blipFill>
        <p:spPr>
          <a:xfrm>
            <a:off x="990600" y="1032668"/>
            <a:ext cx="5300663" cy="500063"/>
          </a:xfrm>
          <a:prstGeom prst="rect">
            <a:avLst/>
          </a:prstGeom>
        </p:spPr>
      </p:pic>
      <p:sp>
        <p:nvSpPr>
          <p:cNvPr id="5" name="TextBox 4"/>
          <p:cNvSpPr txBox="1"/>
          <p:nvPr/>
        </p:nvSpPr>
        <p:spPr>
          <a:xfrm>
            <a:off x="1143000" y="1860550"/>
            <a:ext cx="6959600" cy="2885405"/>
          </a:xfrm>
          <a:prstGeom prst="rect">
            <a:avLst/>
          </a:prstGeom>
          <a:noFill/>
        </p:spPr>
        <p:txBody>
          <a:bodyPr wrap="square" rtlCol="0">
            <a:spAutoFit/>
          </a:bodyPr>
          <a:lstStyle/>
          <a:p>
            <a:r>
              <a:rPr lang="en-US" sz="1650" dirty="0">
                <a:latin typeface="Times New Roman" panose="02020603050405020304" pitchFamily="18" charset="0"/>
                <a:cs typeface="Times New Roman" panose="02020603050405020304" pitchFamily="18" charset="0"/>
              </a:rPr>
              <a:t>An API specification provides an understanding of how an </a:t>
            </a:r>
            <a:r>
              <a:rPr lang="en-US" sz="1650" b="1" dirty="0">
                <a:solidFill>
                  <a:srgbClr val="FF0000"/>
                </a:solidFill>
                <a:latin typeface="Times New Roman" panose="02020603050405020304" pitchFamily="18" charset="0"/>
                <a:cs typeface="Times New Roman" panose="02020603050405020304" pitchFamily="18" charset="0"/>
              </a:rPr>
              <a:t>API behaves.</a:t>
            </a:r>
            <a:endParaRPr lang="en-US" sz="1650" b="1" dirty="0">
              <a:solidFill>
                <a:srgbClr val="FF0000"/>
              </a:solidFill>
              <a:latin typeface="Times New Roman" panose="02020603050405020304" pitchFamily="18" charset="0"/>
              <a:cs typeface="Times New Roman" panose="02020603050405020304" pitchFamily="18" charset="0"/>
            </a:endParaRPr>
          </a:p>
          <a:p>
            <a:endParaRPr lang="en-US" sz="1650" b="1" dirty="0">
              <a:solidFill>
                <a:srgbClr val="FF0000"/>
              </a:solidFill>
              <a:latin typeface="Times New Roman" panose="02020603050405020304" pitchFamily="18" charset="0"/>
              <a:cs typeface="Times New Roman" panose="02020603050405020304" pitchFamily="18" charset="0"/>
            </a:endParaRPr>
          </a:p>
          <a:p>
            <a:pPr marL="405765">
              <a:lnSpc>
                <a:spcPct val="150000"/>
              </a:lnSpc>
              <a:buFont typeface="Wingdings" panose="05000000000000000000" pitchFamily="2" charset="2"/>
              <a:buChar char="Ø"/>
            </a:pPr>
            <a:r>
              <a:rPr lang="en-US" sz="1650" dirty="0">
                <a:latin typeface="Times New Roman" panose="02020603050405020304" pitchFamily="18" charset="0"/>
                <a:cs typeface="Times New Roman" panose="02020603050405020304" pitchFamily="18" charset="0"/>
              </a:rPr>
              <a:t>	What kind of Request it accepts?</a:t>
            </a:r>
            <a:endParaRPr lang="en-US" sz="1650" dirty="0">
              <a:latin typeface="Times New Roman" panose="02020603050405020304" pitchFamily="18" charset="0"/>
              <a:cs typeface="Times New Roman" panose="02020603050405020304" pitchFamily="18" charset="0"/>
            </a:endParaRPr>
          </a:p>
          <a:p>
            <a:pPr marL="405765">
              <a:lnSpc>
                <a:spcPct val="150000"/>
              </a:lnSpc>
              <a:buFont typeface="Wingdings" panose="05000000000000000000" pitchFamily="2" charset="2"/>
              <a:buChar char="Ø"/>
            </a:pPr>
            <a:r>
              <a:rPr lang="en-US" sz="1650" dirty="0">
                <a:latin typeface="Times New Roman" panose="02020603050405020304" pitchFamily="18" charset="0"/>
                <a:cs typeface="Times New Roman" panose="02020603050405020304" pitchFamily="18" charset="0"/>
              </a:rPr>
              <a:t>   What kind of Response it returns?</a:t>
            </a:r>
            <a:endParaRPr lang="en-US" sz="1650" dirty="0">
              <a:latin typeface="Times New Roman" panose="02020603050405020304" pitchFamily="18" charset="0"/>
              <a:cs typeface="Times New Roman" panose="02020603050405020304" pitchFamily="18" charset="0"/>
            </a:endParaRPr>
          </a:p>
          <a:p>
            <a:pPr marL="405765">
              <a:lnSpc>
                <a:spcPct val="150000"/>
              </a:lnSpc>
              <a:buFont typeface="Wingdings" panose="05000000000000000000" pitchFamily="2" charset="2"/>
              <a:buChar char="Ø"/>
            </a:pPr>
            <a:r>
              <a:rPr lang="en-US" sz="1650" dirty="0">
                <a:latin typeface="Times New Roman" panose="02020603050405020304" pitchFamily="18" charset="0"/>
                <a:cs typeface="Times New Roman" panose="02020603050405020304" pitchFamily="18" charset="0"/>
              </a:rPr>
              <a:t>  What are the mandatory fields/Data Types/ Security etc..</a:t>
            </a:r>
            <a:endParaRPr lang="en-IN" sz="1650" dirty="0">
              <a:latin typeface="Times New Roman" panose="02020603050405020304" pitchFamily="18" charset="0"/>
              <a:cs typeface="Times New Roman" panose="02020603050405020304" pitchFamily="18" charset="0"/>
            </a:endParaRPr>
          </a:p>
          <a:p>
            <a:pPr marL="70485">
              <a:lnSpc>
                <a:spcPct val="150000"/>
              </a:lnSpc>
            </a:pPr>
            <a:r>
              <a:rPr lang="en-US" sz="1650" dirty="0">
                <a:latin typeface="Times New Roman" panose="02020603050405020304" pitchFamily="18" charset="0"/>
                <a:cs typeface="Times New Roman" panose="02020603050405020304" pitchFamily="18" charset="0"/>
              </a:rPr>
              <a:t>So before </a:t>
            </a:r>
            <a:r>
              <a:rPr lang="en-US" sz="1650" b="1" dirty="0">
                <a:solidFill>
                  <a:srgbClr val="FF0000"/>
                </a:solidFill>
                <a:latin typeface="Times New Roman" panose="02020603050405020304" pitchFamily="18" charset="0"/>
                <a:cs typeface="Times New Roman" panose="02020603050405020304" pitchFamily="18" charset="0"/>
              </a:rPr>
              <a:t>developing an API we need to Design an API </a:t>
            </a:r>
            <a:r>
              <a:rPr lang="en-US" sz="1650" dirty="0">
                <a:latin typeface="Times New Roman" panose="02020603050405020304" pitchFamily="18" charset="0"/>
                <a:cs typeface="Times New Roman" panose="02020603050405020304" pitchFamily="18" charset="0"/>
              </a:rPr>
              <a:t>( API Specification)</a:t>
            </a:r>
            <a:endParaRPr lang="en-US" sz="1650" dirty="0">
              <a:latin typeface="Times New Roman" panose="02020603050405020304" pitchFamily="18" charset="0"/>
              <a:cs typeface="Times New Roman" panose="02020603050405020304" pitchFamily="18" charset="0"/>
            </a:endParaRPr>
          </a:p>
          <a:p>
            <a:pPr marL="70485">
              <a:lnSpc>
                <a:spcPct val="150000"/>
              </a:lnSpc>
            </a:pPr>
            <a:endParaRPr lang="en-US" sz="1650" dirty="0">
              <a:latin typeface="Times New Roman" panose="02020603050405020304" pitchFamily="18" charset="0"/>
              <a:cs typeface="Times New Roman" panose="02020603050405020304" pitchFamily="18" charset="0"/>
            </a:endParaRPr>
          </a:p>
          <a:p>
            <a:pPr marL="70485">
              <a:lnSpc>
                <a:spcPct val="150000"/>
              </a:lnSpc>
            </a:pPr>
            <a:r>
              <a:rPr lang="en-US" sz="1650" b="1" dirty="0">
                <a:solidFill>
                  <a:srgbClr val="FF0000"/>
                </a:solidFill>
                <a:latin typeface="Times New Roman" panose="02020603050405020304" pitchFamily="18" charset="0"/>
                <a:cs typeface="Times New Roman" panose="02020603050405020304" pitchFamily="18" charset="0"/>
              </a:rPr>
              <a:t>Designing APIs </a:t>
            </a:r>
            <a:r>
              <a:rPr lang="en-US" sz="1650" dirty="0">
                <a:latin typeface="Times New Roman" panose="02020603050405020304" pitchFamily="18" charset="0"/>
                <a:cs typeface="Times New Roman" panose="02020603050405020304" pitchFamily="18" charset="0"/>
              </a:rPr>
              <a:t>( API Specification)</a:t>
            </a:r>
            <a:r>
              <a:rPr lang="en-US" sz="1650" b="1" dirty="0">
                <a:solidFill>
                  <a:srgbClr val="FF0000"/>
                </a:solidFill>
                <a:latin typeface="Times New Roman" panose="02020603050405020304" pitchFamily="18" charset="0"/>
                <a:cs typeface="Times New Roman" panose="02020603050405020304" pitchFamily="18" charset="0"/>
              </a:rPr>
              <a:t> using Anypoint Platform Design Center</a:t>
            </a:r>
            <a:endParaRPr lang="en-US" sz="1650" b="1" dirty="0">
              <a:solidFill>
                <a:srgbClr val="FF000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600" dirty="0">
                <a:effectLst/>
              </a:rPr>
              <a:t>Restful API Modelling Language (RAML)</a:t>
            </a:r>
            <a:endParaRPr lang="en-US" sz="3600" dirty="0"/>
          </a:p>
        </p:txBody>
      </p:sp>
      <p:sp>
        <p:nvSpPr>
          <p:cNvPr id="3" name="Content Placeholder 2"/>
          <p:cNvSpPr>
            <a:spLocks noGrp="1"/>
          </p:cNvSpPr>
          <p:nvPr>
            <p:ph idx="1"/>
          </p:nvPr>
        </p:nvSpPr>
        <p:spPr/>
        <p:txBody>
          <a:bodyPr/>
          <a:lstStyle/>
          <a:p>
            <a:r>
              <a:rPr lang="en-IN" dirty="0"/>
              <a:t>The RESTful API </a:t>
            </a:r>
            <a:r>
              <a:rPr lang="en-IN" dirty="0" err="1"/>
              <a:t>Modeling</a:t>
            </a:r>
            <a:r>
              <a:rPr lang="en-IN" dirty="0"/>
              <a:t> Language, or RAML, is an open source development language for </a:t>
            </a:r>
            <a:r>
              <a:rPr lang="en-IN"/>
              <a:t>describing RESTful APIs.</a:t>
            </a:r>
            <a:endParaRPr lang="en-IN"/>
          </a:p>
          <a:p>
            <a:endParaRPr lang="en-US" dirty="0"/>
          </a:p>
          <a:p>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Design Center</a:t>
            </a:r>
            <a:endParaRPr lang="en-US" dirty="0"/>
          </a:p>
        </p:txBody>
      </p:sp>
      <p:pic>
        <p:nvPicPr>
          <p:cNvPr id="1026" name="Picture 2"/>
          <p:cNvPicPr>
            <a:picLocks noGrp="1" noChangeAspect="1" noChangeArrowheads="1"/>
          </p:cNvPicPr>
          <p:nvPr>
            <p:ph idx="1"/>
          </p:nvPr>
        </p:nvPicPr>
        <p:blipFill>
          <a:blip r:embed="rId1">
            <a:extLst>
              <a:ext uri="{28A0092B-C50C-407E-A947-70E740481C1C}">
                <a14:useLocalDpi xmlns:a14="http://schemas.microsoft.com/office/drawing/2010/main" val="0"/>
              </a:ext>
            </a:extLst>
          </a:blip>
          <a:stretch>
            <a:fillRect/>
          </a:stretch>
        </p:blipFill>
        <p:spPr bwMode="auto">
          <a:xfrm>
            <a:off x="1447800" y="1676400"/>
            <a:ext cx="7499350" cy="4038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1"/>
          <a:stretch>
            <a:fillRect/>
          </a:stretch>
        </p:blipFill>
        <p:spPr>
          <a:xfrm>
            <a:off x="1066800" y="927893"/>
            <a:ext cx="2857500" cy="557213"/>
          </a:xfrm>
          <a:prstGeom prst="rect">
            <a:avLst/>
          </a:prstGeom>
        </p:spPr>
      </p:pic>
      <p:sp>
        <p:nvSpPr>
          <p:cNvPr id="5" name="TextBox 4"/>
          <p:cNvSpPr txBox="1"/>
          <p:nvPr/>
        </p:nvSpPr>
        <p:spPr>
          <a:xfrm>
            <a:off x="990600" y="1485106"/>
            <a:ext cx="8208170" cy="4677410"/>
          </a:xfrm>
          <a:prstGeom prst="rect">
            <a:avLst/>
          </a:prstGeom>
          <a:noFill/>
          <a:ln w="3175">
            <a:solidFill>
              <a:schemeClr val="tx1"/>
            </a:solidFill>
          </a:ln>
        </p:spPr>
        <p:txBody>
          <a:bodyPr wrap="square" rtlCol="0">
            <a:spAutoFit/>
          </a:bodyPr>
          <a:lstStyle/>
          <a:p>
            <a:pPr marL="405765" indent="-335915">
              <a:lnSpc>
                <a:spcPct val="200000"/>
              </a:lnSpc>
              <a:buClr>
                <a:srgbClr val="FF0000"/>
              </a:buClr>
              <a:buFont typeface="Wingdings" panose="05000000000000000000" pitchFamily="2" charset="2"/>
              <a:buChar char="Ø"/>
            </a:pPr>
            <a:r>
              <a:rPr lang="en-US" sz="1950" b="1" dirty="0">
                <a:latin typeface="Times New Roman" panose="02020603050405020304" pitchFamily="18" charset="0"/>
                <a:cs typeface="Times New Roman" panose="02020603050405020304" pitchFamily="18" charset="0"/>
              </a:rPr>
              <a:t>Resources/</a:t>
            </a:r>
            <a:r>
              <a:rPr lang="en-US" sz="1950" b="1" dirty="0" err="1">
                <a:latin typeface="Times New Roman" panose="02020603050405020304" pitchFamily="18" charset="0"/>
                <a:cs typeface="Times New Roman" panose="02020603050405020304" pitchFamily="18" charset="0"/>
              </a:rPr>
              <a:t>EndPoints</a:t>
            </a:r>
            <a:r>
              <a:rPr lang="en-US" sz="1950" b="1" dirty="0">
                <a:latin typeface="Times New Roman" panose="02020603050405020304" pitchFamily="18" charset="0"/>
                <a:cs typeface="Times New Roman" panose="02020603050405020304" pitchFamily="18" charset="0"/>
              </a:rPr>
              <a:t>:</a:t>
            </a:r>
            <a:r>
              <a:rPr lang="en-US" sz="1950" dirty="0">
                <a:latin typeface="Times New Roman" panose="02020603050405020304" pitchFamily="18" charset="0"/>
                <a:cs typeface="Times New Roman" panose="02020603050405020304" pitchFamily="18" charset="0"/>
              </a:rPr>
              <a:t> It is the unique name we give to identify a resource</a:t>
            </a:r>
            <a:endParaRPr lang="en-US" sz="1950" dirty="0">
              <a:latin typeface="Times New Roman" panose="02020603050405020304" pitchFamily="18" charset="0"/>
              <a:cs typeface="Times New Roman" panose="02020603050405020304" pitchFamily="18" charset="0"/>
            </a:endParaRPr>
          </a:p>
          <a:p>
            <a:pPr marL="405765" indent="-335915">
              <a:lnSpc>
                <a:spcPct val="200000"/>
              </a:lnSpc>
              <a:buClr>
                <a:srgbClr val="FF0000"/>
              </a:buClr>
              <a:buFont typeface="Wingdings" panose="05000000000000000000" pitchFamily="2" charset="2"/>
              <a:buChar char="Ø"/>
            </a:pPr>
            <a:r>
              <a:rPr lang="en-US" sz="1950" b="1" dirty="0">
                <a:latin typeface="Times New Roman" panose="02020603050405020304" pitchFamily="18" charset="0"/>
                <a:cs typeface="Times New Roman" panose="02020603050405020304" pitchFamily="18" charset="0"/>
              </a:rPr>
              <a:t>Method: </a:t>
            </a:r>
            <a:r>
              <a:rPr lang="en-US" sz="1950" dirty="0">
                <a:latin typeface="Times New Roman" panose="02020603050405020304" pitchFamily="18" charset="0"/>
                <a:cs typeface="Times New Roman" panose="02020603050405020304" pitchFamily="18" charset="0"/>
              </a:rPr>
              <a:t>GET, POST, PUT, DELETE, PUT, PATCH etc.</a:t>
            </a:r>
            <a:endParaRPr lang="en-US" sz="1950" dirty="0">
              <a:latin typeface="Times New Roman" panose="02020603050405020304" pitchFamily="18" charset="0"/>
              <a:cs typeface="Times New Roman" panose="02020603050405020304" pitchFamily="18" charset="0"/>
            </a:endParaRPr>
          </a:p>
          <a:p>
            <a:pPr marL="405765" indent="-335915">
              <a:lnSpc>
                <a:spcPct val="200000"/>
              </a:lnSpc>
              <a:buClr>
                <a:srgbClr val="FF0000"/>
              </a:buClr>
              <a:buFont typeface="Wingdings" panose="05000000000000000000" pitchFamily="2" charset="2"/>
              <a:buChar char="Ø"/>
            </a:pPr>
            <a:r>
              <a:rPr lang="en-US" sz="1950" b="1" dirty="0">
                <a:latin typeface="Times New Roman" panose="02020603050405020304" pitchFamily="18" charset="0"/>
                <a:cs typeface="Times New Roman" panose="02020603050405020304" pitchFamily="18" charset="0"/>
              </a:rPr>
              <a:t>Request: </a:t>
            </a:r>
            <a:r>
              <a:rPr lang="en-US" sz="1950" dirty="0">
                <a:latin typeface="Times New Roman" panose="02020603050405020304" pitchFamily="18" charset="0"/>
                <a:cs typeface="Times New Roman" panose="02020603050405020304" pitchFamily="18" charset="0"/>
              </a:rPr>
              <a:t>Body, queryparams, uriparams, headers.</a:t>
            </a:r>
            <a:endParaRPr lang="en-US" sz="1950" dirty="0">
              <a:latin typeface="Times New Roman" panose="02020603050405020304" pitchFamily="18" charset="0"/>
              <a:cs typeface="Times New Roman" panose="02020603050405020304" pitchFamily="18" charset="0"/>
            </a:endParaRPr>
          </a:p>
          <a:p>
            <a:pPr marL="405765" indent="-335915">
              <a:lnSpc>
                <a:spcPct val="200000"/>
              </a:lnSpc>
              <a:buClr>
                <a:srgbClr val="FF0000"/>
              </a:buClr>
              <a:buFont typeface="Wingdings" panose="05000000000000000000" pitchFamily="2" charset="2"/>
              <a:buChar char="Ø"/>
            </a:pPr>
            <a:r>
              <a:rPr lang="en-US" sz="1950" b="1" dirty="0">
                <a:latin typeface="Times New Roman" panose="02020603050405020304" pitchFamily="18" charset="0"/>
                <a:cs typeface="Times New Roman" panose="02020603050405020304" pitchFamily="18" charset="0"/>
              </a:rPr>
              <a:t>Response: </a:t>
            </a:r>
            <a:r>
              <a:rPr lang="en-US" sz="1950" dirty="0">
                <a:latin typeface="Times New Roman" panose="02020603050405020304" pitchFamily="18" charset="0"/>
                <a:cs typeface="Times New Roman" panose="02020603050405020304" pitchFamily="18" charset="0"/>
              </a:rPr>
              <a:t>response Body and response type</a:t>
            </a:r>
            <a:endParaRPr lang="en-US" sz="1950" dirty="0">
              <a:latin typeface="Times New Roman" panose="02020603050405020304" pitchFamily="18" charset="0"/>
              <a:cs typeface="Times New Roman" panose="02020603050405020304" pitchFamily="18" charset="0"/>
            </a:endParaRPr>
          </a:p>
          <a:p>
            <a:pPr marL="405765" indent="-335915">
              <a:lnSpc>
                <a:spcPct val="200000"/>
              </a:lnSpc>
              <a:buClr>
                <a:srgbClr val="FF0000"/>
              </a:buClr>
              <a:buFont typeface="Wingdings" panose="05000000000000000000" pitchFamily="2" charset="2"/>
              <a:buChar char="Ø"/>
            </a:pPr>
            <a:r>
              <a:rPr lang="en-US" sz="1950" b="1" dirty="0">
                <a:latin typeface="Times New Roman" panose="02020603050405020304" pitchFamily="18" charset="0"/>
                <a:cs typeface="Times New Roman" panose="02020603050405020304" pitchFamily="18" charset="0"/>
              </a:rPr>
              <a:t>Http Status: </a:t>
            </a:r>
            <a:r>
              <a:rPr lang="en-US" sz="1950" dirty="0">
                <a:latin typeface="Times New Roman" panose="02020603050405020304" pitchFamily="18" charset="0"/>
                <a:cs typeface="Times New Roman" panose="02020603050405020304" pitchFamily="18" charset="0"/>
              </a:rPr>
              <a:t>200,201,400,404,500 etc…</a:t>
            </a:r>
            <a:endParaRPr lang="en-US" sz="1950" dirty="0">
              <a:latin typeface="Times New Roman" panose="02020603050405020304" pitchFamily="18" charset="0"/>
              <a:cs typeface="Times New Roman" panose="02020603050405020304" pitchFamily="18" charset="0"/>
            </a:endParaRPr>
          </a:p>
          <a:p>
            <a:pPr>
              <a:buClr>
                <a:srgbClr val="FF0000"/>
              </a:buClr>
            </a:pPr>
            <a:r>
              <a:rPr lang="en-US" sz="3200" b="1" dirty="0">
                <a:latin typeface="Times New Roman" panose="02020603050405020304" pitchFamily="18" charset="0"/>
                <a:cs typeface="Times New Roman" panose="02020603050405020304" pitchFamily="18" charset="0"/>
              </a:rPr>
              <a:t>http://&lt;domain&gt;/&lt;endpoint&gt;?&lt;qyery parameter&gt;</a:t>
            </a:r>
            <a:endParaRPr lang="en-US" sz="3200" b="1" dirty="0">
              <a:latin typeface="Times New Roman" panose="02020603050405020304" pitchFamily="18" charset="0"/>
              <a:cs typeface="Times New Roman" panose="02020603050405020304" pitchFamily="18" charset="0"/>
            </a:endParaRPr>
          </a:p>
          <a:p>
            <a:pPr>
              <a:buClr>
                <a:srgbClr val="FF0000"/>
              </a:buClr>
            </a:pPr>
            <a:endParaRPr lang="en-US" sz="1950" dirty="0">
              <a:latin typeface="Times New Roman" panose="02020603050405020304" pitchFamily="18" charset="0"/>
              <a:cs typeface="Times New Roman" panose="02020603050405020304" pitchFamily="18" charset="0"/>
            </a:endParaRPr>
          </a:p>
          <a:p>
            <a:pPr>
              <a:buClr>
                <a:srgbClr val="FF0000"/>
              </a:buClr>
            </a:pPr>
            <a:r>
              <a:rPr lang="en-US" sz="1950" b="1" dirty="0">
                <a:solidFill>
                  <a:srgbClr val="FF0000"/>
                </a:solidFill>
                <a:latin typeface="Times New Roman" panose="02020603050405020304" pitchFamily="18" charset="0"/>
                <a:cs typeface="Times New Roman" panose="02020603050405020304" pitchFamily="18" charset="0"/>
              </a:rPr>
              <a:t>No Two resources can have same name &amp; method!</a:t>
            </a:r>
            <a:endParaRPr lang="en-IN" sz="1950" b="1" dirty="0">
              <a:solidFill>
                <a:srgbClr val="FF0000"/>
              </a:solidFill>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5">
                                            <p:txEl>
                                              <p:pRg st="7" end="7"/>
                                            </p:txEl>
                                          </p:spTgt>
                                        </p:tgtEl>
                                        <p:attrNameLst>
                                          <p:attrName>style.visibility</p:attrName>
                                        </p:attrNameLst>
                                      </p:cBhvr>
                                      <p:to>
                                        <p:strVal val="visible"/>
                                      </p:to>
                                    </p:set>
                                    <p:animEffect transition="in" filter="fade">
                                      <p:cBhvr>
                                        <p:cTn id="7" dur="1000"/>
                                        <p:tgtEl>
                                          <p:spTgt spid="5">
                                            <p:txEl>
                                              <p:pRg st="7" end="7"/>
                                            </p:txEl>
                                          </p:spTgt>
                                        </p:tgtEl>
                                      </p:cBhvr>
                                    </p:animEffect>
                                    <p:anim calcmode="lin" valueType="num">
                                      <p:cBhvr>
                                        <p:cTn id="8" dur="1000" fill="hold"/>
                                        <p:tgtEl>
                                          <p:spTgt spid="5">
                                            <p:txEl>
                                              <p:pRg st="7" end="7"/>
                                            </p:txEl>
                                          </p:spTgt>
                                        </p:tgtEl>
                                        <p:attrNameLst>
                                          <p:attrName>ppt_x</p:attrName>
                                        </p:attrNameLst>
                                      </p:cBhvr>
                                      <p:tavLst>
                                        <p:tav tm="0">
                                          <p:val>
                                            <p:strVal val="#ppt_x"/>
                                          </p:val>
                                        </p:tav>
                                        <p:tav tm="100000">
                                          <p:val>
                                            <p:strVal val="#ppt_x"/>
                                          </p:val>
                                        </p:tav>
                                      </p:tavLst>
                                    </p:anim>
                                    <p:anim calcmode="lin" valueType="num">
                                      <p:cBhvr>
                                        <p:cTn id="9" dur="1000" fill="hold"/>
                                        <p:tgtEl>
                                          <p:spTgt spid="5">
                                            <p:txEl>
                                              <p:pRg st="7" end="7"/>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endParaRPr lang="en-US"/>
          </a:p>
        </p:txBody>
      </p:sp>
      <p:pic>
        <p:nvPicPr>
          <p:cNvPr id="2050"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371600" y="1462088"/>
            <a:ext cx="7659687" cy="3933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435608" y="609600"/>
            <a:ext cx="7498080" cy="5638800"/>
          </a:xfrm>
        </p:spPr>
        <p:txBody>
          <a:bodyPr>
            <a:normAutofit fontScale="25000" lnSpcReduction="20000"/>
          </a:bodyPr>
          <a:lstStyle/>
          <a:p>
            <a:r>
              <a:rPr lang="en-US" dirty="0"/>
              <a:t>#%RAML 1.0</a:t>
            </a:r>
            <a:endParaRPr lang="en-US" dirty="0"/>
          </a:p>
          <a:p>
            <a:r>
              <a:rPr lang="en-US" dirty="0"/>
              <a:t>title: S6Demo</a:t>
            </a:r>
            <a:endParaRPr lang="en-US" dirty="0"/>
          </a:p>
          <a:p>
            <a:r>
              <a:rPr lang="en-US" dirty="0"/>
              <a:t>/Mule:</a:t>
            </a:r>
            <a:endParaRPr lang="en-US" dirty="0"/>
          </a:p>
          <a:p>
            <a:r>
              <a:rPr lang="en-US" dirty="0"/>
              <a:t>  description: "S6 Demo"</a:t>
            </a:r>
            <a:endParaRPr lang="en-US" dirty="0"/>
          </a:p>
          <a:p>
            <a:r>
              <a:rPr lang="en-US" dirty="0"/>
              <a:t>  post:</a:t>
            </a:r>
            <a:endParaRPr lang="en-US" dirty="0"/>
          </a:p>
          <a:p>
            <a:r>
              <a:rPr lang="en-US" dirty="0"/>
              <a:t>    body:</a:t>
            </a:r>
            <a:endParaRPr lang="en-US" dirty="0"/>
          </a:p>
          <a:p>
            <a:r>
              <a:rPr lang="en-US" dirty="0"/>
              <a:t>      application/</a:t>
            </a:r>
            <a:r>
              <a:rPr lang="en-US" dirty="0" err="1"/>
              <a:t>json</a:t>
            </a:r>
            <a:r>
              <a:rPr lang="en-US" dirty="0"/>
              <a:t>:</a:t>
            </a:r>
            <a:endParaRPr lang="en-US" dirty="0"/>
          </a:p>
          <a:p>
            <a:r>
              <a:rPr lang="en-US" dirty="0"/>
              <a:t>        type: object</a:t>
            </a:r>
            <a:endParaRPr lang="en-US" dirty="0"/>
          </a:p>
          <a:p>
            <a:r>
              <a:rPr lang="en-US" dirty="0"/>
              <a:t>        properties:</a:t>
            </a:r>
            <a:endParaRPr lang="en-US" dirty="0"/>
          </a:p>
          <a:p>
            <a:r>
              <a:rPr lang="en-US" dirty="0"/>
              <a:t>          </a:t>
            </a:r>
            <a:r>
              <a:rPr lang="en-US" dirty="0" err="1"/>
              <a:t>empid</a:t>
            </a:r>
            <a:r>
              <a:rPr lang="en-US" dirty="0"/>
              <a:t>: number</a:t>
            </a:r>
            <a:endParaRPr lang="en-US" dirty="0"/>
          </a:p>
          <a:p>
            <a:r>
              <a:rPr lang="en-US" dirty="0"/>
              <a:t>          </a:t>
            </a:r>
            <a:r>
              <a:rPr lang="en-US" dirty="0" err="1"/>
              <a:t>empname</a:t>
            </a:r>
            <a:r>
              <a:rPr lang="en-US" dirty="0"/>
              <a:t>: string</a:t>
            </a:r>
            <a:endParaRPr lang="en-US" dirty="0"/>
          </a:p>
          <a:p>
            <a:r>
              <a:rPr lang="en-US" dirty="0"/>
              <a:t>    responses:</a:t>
            </a:r>
            <a:endParaRPr lang="en-US" dirty="0"/>
          </a:p>
          <a:p>
            <a:r>
              <a:rPr lang="en-US" dirty="0"/>
              <a:t>      200:</a:t>
            </a:r>
            <a:endParaRPr lang="en-US" dirty="0"/>
          </a:p>
          <a:p>
            <a:r>
              <a:rPr lang="en-US" dirty="0"/>
              <a:t>        body:</a:t>
            </a:r>
            <a:endParaRPr lang="en-US" dirty="0"/>
          </a:p>
          <a:p>
            <a:r>
              <a:rPr lang="en-US" dirty="0"/>
              <a:t>          application/</a:t>
            </a:r>
            <a:r>
              <a:rPr lang="en-US" dirty="0" err="1"/>
              <a:t>json</a:t>
            </a:r>
            <a:r>
              <a:rPr lang="en-US" dirty="0"/>
              <a:t>:</a:t>
            </a:r>
            <a:endParaRPr lang="en-US" dirty="0"/>
          </a:p>
          <a:p>
            <a:r>
              <a:rPr lang="en-US" dirty="0"/>
              <a:t>            example:</a:t>
            </a:r>
            <a:endParaRPr lang="en-US" dirty="0"/>
          </a:p>
          <a:p>
            <a:r>
              <a:rPr lang="en-US" dirty="0"/>
              <a:t>              {</a:t>
            </a:r>
            <a:endParaRPr lang="en-US" dirty="0"/>
          </a:p>
          <a:p>
            <a:r>
              <a:rPr lang="en-US" dirty="0"/>
              <a:t>                "</a:t>
            </a:r>
            <a:r>
              <a:rPr lang="en-US" dirty="0" err="1"/>
              <a:t>Sucess</a:t>
            </a:r>
            <a:r>
              <a:rPr lang="en-US" dirty="0"/>
              <a:t>"</a:t>
            </a:r>
            <a:endParaRPr lang="en-US" dirty="0"/>
          </a:p>
          <a:p>
            <a:r>
              <a:rPr lang="en-US" dirty="0"/>
              <a:t>              }</a:t>
            </a:r>
            <a:endParaRPr lang="en-US" dirty="0"/>
          </a:p>
          <a:p>
            <a:r>
              <a:rPr lang="en-US" dirty="0"/>
              <a:t>           </a:t>
            </a:r>
            <a:endParaRPr lang="en-US" dirty="0"/>
          </a:p>
          <a:p>
            <a:r>
              <a:rPr lang="en-US" dirty="0"/>
              <a:t>/S6get:</a:t>
            </a:r>
            <a:endParaRPr lang="en-US" dirty="0"/>
          </a:p>
          <a:p>
            <a:r>
              <a:rPr lang="en-US" dirty="0"/>
              <a:t>  description: "S6 get demo"</a:t>
            </a:r>
            <a:endParaRPr lang="en-US" dirty="0"/>
          </a:p>
          <a:p>
            <a:r>
              <a:rPr lang="en-US" dirty="0"/>
              <a:t>  get:</a:t>
            </a:r>
            <a:endParaRPr lang="en-US" dirty="0"/>
          </a:p>
          <a:p>
            <a:r>
              <a:rPr lang="en-US" dirty="0"/>
              <a:t>    responses:</a:t>
            </a:r>
            <a:endParaRPr lang="en-US" dirty="0"/>
          </a:p>
          <a:p>
            <a:r>
              <a:rPr lang="en-US" dirty="0"/>
              <a:t>      200:</a:t>
            </a:r>
            <a:endParaRPr lang="en-US" dirty="0"/>
          </a:p>
          <a:p>
            <a:r>
              <a:rPr lang="en-US" dirty="0"/>
              <a:t>        body:</a:t>
            </a:r>
            <a:endParaRPr lang="en-US" dirty="0"/>
          </a:p>
          <a:p>
            <a:r>
              <a:rPr lang="en-US" dirty="0"/>
              <a:t>          application/</a:t>
            </a:r>
            <a:r>
              <a:rPr lang="en-US" dirty="0" err="1"/>
              <a:t>json</a:t>
            </a:r>
            <a:r>
              <a:rPr lang="en-US" dirty="0"/>
              <a:t>:</a:t>
            </a:r>
            <a:endParaRPr lang="en-US" dirty="0"/>
          </a:p>
          <a:p>
            <a:r>
              <a:rPr lang="en-US" dirty="0"/>
              <a:t>            example:</a:t>
            </a:r>
            <a:endParaRPr lang="en-US" dirty="0"/>
          </a:p>
          <a:p>
            <a:r>
              <a:rPr lang="en-US" dirty="0"/>
              <a:t>              {</a:t>
            </a:r>
            <a:endParaRPr lang="en-US" dirty="0"/>
          </a:p>
          <a:p>
            <a:r>
              <a:rPr lang="en-US" dirty="0"/>
              <a:t>                "</a:t>
            </a:r>
            <a:r>
              <a:rPr lang="en-US" dirty="0" err="1"/>
              <a:t>empid</a:t>
            </a:r>
            <a:r>
              <a:rPr lang="en-US" dirty="0"/>
              <a:t>": 3,</a:t>
            </a:r>
            <a:endParaRPr lang="en-US" dirty="0"/>
          </a:p>
          <a:p>
            <a:r>
              <a:rPr lang="en-US" dirty="0"/>
              <a:t>                "</a:t>
            </a:r>
            <a:r>
              <a:rPr lang="en-US" dirty="0" err="1"/>
              <a:t>empname</a:t>
            </a:r>
            <a:r>
              <a:rPr lang="en-US" dirty="0"/>
              <a:t>": "</a:t>
            </a:r>
            <a:r>
              <a:rPr lang="en-US" dirty="0" err="1"/>
              <a:t>aaaa</a:t>
            </a:r>
            <a:r>
              <a:rPr lang="en-US" dirty="0"/>
              <a:t>"</a:t>
            </a:r>
            <a:endParaRPr lang="en-US" dirty="0"/>
          </a:p>
          <a:p>
            <a:r>
              <a:rPr lang="en-US" dirty="0"/>
              <a:t>              }</a:t>
            </a:r>
            <a:endParaRPr lang="en-US" dirty="0"/>
          </a:p>
          <a:p>
            <a:r>
              <a:rPr lang="en-US"/>
              <a:t>            </a:t>
            </a:r>
            <a:endParaRPr lang="en-US"/>
          </a:p>
          <a:p>
            <a:endParaRPr 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Grp="1" noChangeAspect="1" noChangeArrowheads="1"/>
          </p:cNvPicPr>
          <p:nvPr>
            <p:ph idx="1"/>
          </p:nvPr>
        </p:nvPicPr>
        <p:blipFill>
          <a:blip r:embed="rId1">
            <a:extLst>
              <a:ext uri="{28A0092B-C50C-407E-A947-70E740481C1C}">
                <a14:useLocalDpi xmlns:a14="http://schemas.microsoft.com/office/drawing/2010/main" val="0"/>
              </a:ext>
            </a:extLst>
          </a:blip>
          <a:srcRect/>
          <a:stretch>
            <a:fillRect/>
          </a:stretch>
        </p:blipFill>
        <p:spPr bwMode="auto">
          <a:xfrm>
            <a:off x="1447800" y="1524001"/>
            <a:ext cx="7162800" cy="3814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Steps to import RAML file to studio</a:t>
            </a:r>
            <a:endParaRPr lang="en-US" dirty="0"/>
          </a:p>
        </p:txBody>
      </p:sp>
      <p:sp>
        <p:nvSpPr>
          <p:cNvPr id="3" name="Content Placeholder 2"/>
          <p:cNvSpPr>
            <a:spLocks noGrp="1"/>
          </p:cNvSpPr>
          <p:nvPr>
            <p:ph idx="1"/>
          </p:nvPr>
        </p:nvSpPr>
        <p:spPr/>
        <p:txBody>
          <a:bodyPr>
            <a:normAutofit/>
          </a:bodyPr>
          <a:lstStyle/>
          <a:p>
            <a:endParaRPr lang="en-US" sz="2000" dirty="0" smtClean="0">
              <a:latin typeface="Times New Roman" panose="02020603050405020304" pitchFamily="18" charset="0"/>
              <a:cs typeface="Times New Roman" panose="02020603050405020304" pitchFamily="18" charset="0"/>
            </a:endParaRPr>
          </a:p>
          <a:p>
            <a:r>
              <a:rPr lang="en-US" sz="2000" dirty="0" smtClean="0">
                <a:latin typeface="Times New Roman" panose="02020603050405020304" pitchFamily="18" charset="0"/>
                <a:cs typeface="Times New Roman" panose="02020603050405020304" pitchFamily="18" charset="0"/>
              </a:rPr>
              <a:t>How </a:t>
            </a:r>
            <a:r>
              <a:rPr lang="en-US" sz="2000" dirty="0">
                <a:latin typeface="Times New Roman" panose="02020603050405020304" pitchFamily="18" charset="0"/>
                <a:cs typeface="Times New Roman" panose="02020603050405020304" pitchFamily="18" charset="0"/>
              </a:rPr>
              <a:t>to Import RAML from the Design Center to </a:t>
            </a:r>
            <a:r>
              <a:rPr lang="en-US" sz="2000" dirty="0" err="1">
                <a:latin typeface="Times New Roman" panose="02020603050405020304" pitchFamily="18" charset="0"/>
                <a:cs typeface="Times New Roman" panose="02020603050405020304" pitchFamily="18" charset="0"/>
              </a:rPr>
              <a:t>Anypoint</a:t>
            </a:r>
            <a:r>
              <a:rPr lang="en-US" sz="2000" dirty="0">
                <a:latin typeface="Times New Roman" panose="02020603050405020304" pitchFamily="18" charset="0"/>
                <a:cs typeface="Times New Roman" panose="02020603050405020304" pitchFamily="18" charset="0"/>
              </a:rPr>
              <a:t> Studio</a:t>
            </a:r>
            <a:r>
              <a:rPr lang="en-US" sz="2000" dirty="0" smtClean="0">
                <a:latin typeface="Times New Roman" panose="02020603050405020304" pitchFamily="18" charset="0"/>
                <a:cs typeface="Times New Roman" panose="02020603050405020304" pitchFamily="18" charset="0"/>
              </a:rPr>
              <a:t>?</a:t>
            </a:r>
            <a:endParaRPr lang="en-US" sz="2000" dirty="0" smtClean="0">
              <a:latin typeface="Times New Roman" panose="02020603050405020304" pitchFamily="18" charset="0"/>
              <a:cs typeface="Times New Roman" panose="02020603050405020304" pitchFamily="18" charset="0"/>
            </a:endParaRPr>
          </a:p>
          <a:p>
            <a:endParaRPr lang="en-US" sz="2000" dirty="0" smtClean="0">
              <a:latin typeface="Times New Roman" panose="02020603050405020304" pitchFamily="18" charset="0"/>
              <a:cs typeface="Times New Roman" panose="02020603050405020304" pitchFamily="18" charset="0"/>
            </a:endParaRPr>
          </a:p>
          <a:p>
            <a:r>
              <a:rPr lang="en-US" sz="2000" dirty="0" smtClean="0">
                <a:latin typeface="Times New Roman" panose="02020603050405020304" pitchFamily="18" charset="0"/>
                <a:cs typeface="Times New Roman" panose="02020603050405020304" pitchFamily="18" charset="0"/>
              </a:rPr>
              <a:t>The </a:t>
            </a:r>
            <a:r>
              <a:rPr lang="en-US" sz="2000" dirty="0">
                <a:latin typeface="Times New Roman" panose="02020603050405020304" pitchFamily="18" charset="0"/>
                <a:cs typeface="Times New Roman" panose="02020603050405020304" pitchFamily="18" charset="0"/>
              </a:rPr>
              <a:t>first step is to configure the </a:t>
            </a:r>
            <a:r>
              <a:rPr lang="en-US" sz="2000" dirty="0" err="1">
                <a:latin typeface="Times New Roman" panose="02020603050405020304" pitchFamily="18" charset="0"/>
                <a:cs typeface="Times New Roman" panose="02020603050405020304" pitchFamily="18" charset="0"/>
              </a:rPr>
              <a:t>Anypoint</a:t>
            </a:r>
            <a:r>
              <a:rPr lang="en-US" sz="2000" dirty="0">
                <a:latin typeface="Times New Roman" panose="02020603050405020304" pitchFamily="18" charset="0"/>
                <a:cs typeface="Times New Roman" panose="02020603050405020304" pitchFamily="18" charset="0"/>
              </a:rPr>
              <a:t> Platform with </a:t>
            </a:r>
            <a:r>
              <a:rPr lang="en-US" sz="2000" dirty="0" err="1">
                <a:latin typeface="Times New Roman" panose="02020603050405020304" pitchFamily="18" charset="0"/>
                <a:cs typeface="Times New Roman" panose="02020603050405020304" pitchFamily="18" charset="0"/>
              </a:rPr>
              <a:t>Anypoint</a:t>
            </a:r>
            <a:r>
              <a:rPr lang="en-US" sz="2000" dirty="0">
                <a:latin typeface="Times New Roman" panose="02020603050405020304" pitchFamily="18" charset="0"/>
                <a:cs typeface="Times New Roman" panose="02020603050405020304" pitchFamily="18" charset="0"/>
              </a:rPr>
              <a:t> Studio by the below </a:t>
            </a:r>
            <a:endParaRPr lang="en-US" sz="2000" dirty="0" smtClean="0">
              <a:latin typeface="Times New Roman" panose="02020603050405020304" pitchFamily="18" charset="0"/>
              <a:cs typeface="Times New Roman" panose="02020603050405020304" pitchFamily="18" charset="0"/>
            </a:endParaRPr>
          </a:p>
          <a:p>
            <a:endParaRPr lang="en-US" sz="2000" dirty="0" smtClean="0">
              <a:latin typeface="Times New Roman" panose="02020603050405020304" pitchFamily="18" charset="0"/>
              <a:cs typeface="Times New Roman" panose="02020603050405020304" pitchFamily="18" charset="0"/>
            </a:endParaRPr>
          </a:p>
          <a:p>
            <a:r>
              <a:rPr lang="en-US" sz="2000" dirty="0" smtClean="0">
                <a:latin typeface="Times New Roman" panose="02020603050405020304" pitchFamily="18" charset="0"/>
                <a:cs typeface="Times New Roman" panose="02020603050405020304" pitchFamily="18" charset="0"/>
              </a:rPr>
              <a:t>steps:</a:t>
            </a:r>
            <a:endParaRPr lang="en-US" sz="2000" dirty="0" smtClean="0">
              <a:latin typeface="Times New Roman" panose="02020603050405020304" pitchFamily="18" charset="0"/>
              <a:cs typeface="Times New Roman" panose="02020603050405020304" pitchFamily="18" charset="0"/>
            </a:endParaRPr>
          </a:p>
          <a:p>
            <a:pPr marL="82550" indent="0">
              <a:buNone/>
            </a:pPr>
            <a:r>
              <a:rPr lang="en-US" sz="1800" dirty="0" smtClean="0">
                <a:latin typeface="Times New Roman" panose="02020603050405020304" pitchFamily="18" charset="0"/>
                <a:cs typeface="Times New Roman" panose="02020603050405020304" pitchFamily="18" charset="0"/>
              </a:rPr>
              <a:t>Windows</a:t>
            </a:r>
            <a:r>
              <a:rPr lang="en-US" sz="1800" dirty="0">
                <a:latin typeface="Times New Roman" panose="02020603050405020304" pitchFamily="18" charset="0"/>
                <a:cs typeface="Times New Roman" panose="02020603050405020304" pitchFamily="18" charset="0"/>
              </a:rPr>
              <a:t> </a:t>
            </a:r>
            <a:r>
              <a:rPr lang="en-US" sz="1800" dirty="0" smtClean="0">
                <a:latin typeface="Times New Roman" panose="02020603050405020304" pitchFamily="18" charset="0"/>
                <a:cs typeface="Times New Roman" panose="02020603050405020304" pitchFamily="18" charset="0"/>
              </a:rPr>
              <a:t>Preferences--&gt; </a:t>
            </a:r>
            <a:r>
              <a:rPr lang="en-US" sz="1800" dirty="0" err="1" smtClean="0">
                <a:latin typeface="Times New Roman" panose="02020603050405020304" pitchFamily="18" charset="0"/>
                <a:cs typeface="Times New Roman" panose="02020603050405020304" pitchFamily="18" charset="0"/>
              </a:rPr>
              <a:t>AnypointStudio</a:t>
            </a:r>
            <a:r>
              <a:rPr lang="en-US" sz="1800" dirty="0" smtClean="0">
                <a:latin typeface="Times New Roman" panose="02020603050405020304" pitchFamily="18" charset="0"/>
                <a:cs typeface="Times New Roman" panose="02020603050405020304" pitchFamily="18" charset="0"/>
              </a:rPr>
              <a:t>--&gt;Authentication </a:t>
            </a:r>
            <a:endParaRPr lang="en-US" sz="1800" dirty="0" smtClean="0">
              <a:latin typeface="Times New Roman" panose="02020603050405020304" pitchFamily="18" charset="0"/>
              <a:cs typeface="Times New Roman" panose="02020603050405020304" pitchFamily="18" charset="0"/>
            </a:endParaRPr>
          </a:p>
          <a:p>
            <a:pPr marL="82550" indent="0">
              <a:buNone/>
            </a:pPr>
            <a:r>
              <a:rPr lang="en-US" sz="1800" dirty="0" smtClean="0">
                <a:latin typeface="Times New Roman" panose="02020603050405020304" pitchFamily="18" charset="0"/>
                <a:cs typeface="Times New Roman" panose="02020603050405020304" pitchFamily="18" charset="0"/>
              </a:rPr>
              <a:t> Add (Provide   credentials to connect with the </a:t>
            </a:r>
            <a:r>
              <a:rPr lang="en-US" sz="1800" dirty="0" err="1" smtClean="0">
                <a:latin typeface="Times New Roman" panose="02020603050405020304" pitchFamily="18" charset="0"/>
                <a:cs typeface="Times New Roman" panose="02020603050405020304" pitchFamily="18" charset="0"/>
              </a:rPr>
              <a:t>Anypoint</a:t>
            </a:r>
            <a:r>
              <a:rPr lang="en-US" sz="1800" dirty="0" smtClean="0">
                <a:latin typeface="Times New Roman" panose="02020603050405020304" pitchFamily="18" charset="0"/>
                <a:cs typeface="Times New Roman" panose="02020603050405020304" pitchFamily="18" charset="0"/>
              </a:rPr>
              <a:t> Platform)</a:t>
            </a:r>
            <a:endParaRPr lang="en-US" sz="18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Steps to import RAML file to studio</a:t>
            </a:r>
            <a:endParaRPr lang="en-US" dirty="0"/>
          </a:p>
        </p:txBody>
      </p:sp>
      <p:pic>
        <p:nvPicPr>
          <p:cNvPr id="5" name="Picture 3"/>
          <p:cNvPicPr>
            <a:picLocks noGrp="1" noChangeAspect="1" noChangeArrowheads="1"/>
          </p:cNvPicPr>
          <p:nvPr>
            <p:ph sz="half" idx="2"/>
          </p:nvPr>
        </p:nvPicPr>
        <p:blipFill>
          <a:blip r:embed="rId1">
            <a:extLst>
              <a:ext uri="{28A0092B-C50C-407E-A947-70E740481C1C}">
                <a14:useLocalDpi xmlns:a14="http://schemas.microsoft.com/office/drawing/2010/main" val="0"/>
              </a:ext>
            </a:extLst>
          </a:blip>
          <a:srcRect/>
          <a:stretch>
            <a:fillRect/>
          </a:stretch>
        </p:blipFill>
        <p:spPr bwMode="auto">
          <a:xfrm>
            <a:off x="5437148" y="1524000"/>
            <a:ext cx="3337003" cy="4664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 name="Picture 2"/>
          <p:cNvPicPr>
            <a:picLocks noGrp="1" noChangeAspect="1" noChangeArrowheads="1"/>
          </p:cNvPicPr>
          <p:nvPr>
            <p:ph sz="half" idx="1"/>
          </p:nvPr>
        </p:nvPicPr>
        <p:blipFill>
          <a:blip r:embed="rId2">
            <a:extLst>
              <a:ext uri="{28A0092B-C50C-407E-A947-70E740481C1C}">
                <a14:useLocalDpi xmlns:a14="http://schemas.microsoft.com/office/drawing/2010/main" val="0"/>
              </a:ext>
            </a:extLst>
          </a:blip>
          <a:srcRect/>
          <a:stretch>
            <a:fillRect/>
          </a:stretch>
        </p:blipFill>
        <p:spPr bwMode="auto">
          <a:xfrm>
            <a:off x="1435100" y="1752600"/>
            <a:ext cx="3657600" cy="4495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normAutofit fontScale="90000"/>
          </a:bodyPr>
          <a:lstStyle/>
          <a:p>
            <a:r>
              <a:rPr lang="en-US" dirty="0"/>
              <a:t>Steps to import RAML file to studio</a:t>
            </a:r>
            <a:endParaRPr lang="en-US" dirty="0"/>
          </a:p>
        </p:txBody>
      </p:sp>
      <p:pic>
        <p:nvPicPr>
          <p:cNvPr id="2050" name="Picture 2"/>
          <p:cNvPicPr>
            <a:picLocks noGrp="1" noChangeAspect="1" noChangeArrowheads="1"/>
          </p:cNvPicPr>
          <p:nvPr>
            <p:ph idx="1"/>
          </p:nvPr>
        </p:nvPicPr>
        <p:blipFill>
          <a:blip r:embed="rId1">
            <a:extLst>
              <a:ext uri="{28A0092B-C50C-407E-A947-70E740481C1C}">
                <a14:useLocalDpi xmlns:a14="http://schemas.microsoft.com/office/drawing/2010/main" val="0"/>
              </a:ext>
            </a:extLst>
          </a:blip>
          <a:srcRect/>
          <a:stretch>
            <a:fillRect/>
          </a:stretch>
        </p:blipFill>
        <p:spPr bwMode="auto">
          <a:xfrm>
            <a:off x="1295400" y="1447800"/>
            <a:ext cx="6781800" cy="419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200" dirty="0" smtClean="0"/>
              <a:t>Steps to create database thru workbench </a:t>
            </a:r>
            <a:endParaRPr lang="en-US" sz="3200" dirty="0"/>
          </a:p>
        </p:txBody>
      </p:sp>
      <p:pic>
        <p:nvPicPr>
          <p:cNvPr id="4098"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600200" y="1524000"/>
            <a:ext cx="5963460" cy="3476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200" dirty="0"/>
              <a:t>Steps to create database thru workbench </a:t>
            </a:r>
            <a:endParaRPr lang="en-US" sz="3200" dirty="0"/>
          </a:p>
        </p:txBody>
      </p:sp>
      <p:pic>
        <p:nvPicPr>
          <p:cNvPr id="5122" name="Picture 2"/>
          <p:cNvPicPr>
            <a:picLocks noGrp="1" noChangeAspect="1" noChangeArrowheads="1"/>
          </p:cNvPicPr>
          <p:nvPr>
            <p:ph idx="1"/>
          </p:nvPr>
        </p:nvPicPr>
        <p:blipFill>
          <a:blip r:embed="rId1">
            <a:extLst>
              <a:ext uri="{28A0092B-C50C-407E-A947-70E740481C1C}">
                <a14:useLocalDpi xmlns:a14="http://schemas.microsoft.com/office/drawing/2010/main" val="0"/>
              </a:ext>
            </a:extLst>
          </a:blip>
          <a:srcRect/>
          <a:stretch>
            <a:fillRect/>
          </a:stretch>
        </p:blipFill>
        <p:spPr bwMode="auto">
          <a:xfrm>
            <a:off x="2374167" y="1447800"/>
            <a:ext cx="5621215" cy="4800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Steps to </a:t>
            </a:r>
            <a:r>
              <a:rPr lang="en-US" smtClean="0"/>
              <a:t>import database</a:t>
            </a:r>
            <a:endParaRPr lang="en-US" dirty="0"/>
          </a:p>
        </p:txBody>
      </p:sp>
      <p:pic>
        <p:nvPicPr>
          <p:cNvPr id="3074" name="Picture 2"/>
          <p:cNvPicPr>
            <a:picLocks noGrp="1" noChangeAspect="1" noChangeArrowheads="1"/>
          </p:cNvPicPr>
          <p:nvPr>
            <p:ph sz="half" idx="1"/>
          </p:nvPr>
        </p:nvPicPr>
        <p:blipFill>
          <a:blip r:embed="rId1">
            <a:extLst>
              <a:ext uri="{28A0092B-C50C-407E-A947-70E740481C1C}">
                <a14:useLocalDpi xmlns:a14="http://schemas.microsoft.com/office/drawing/2010/main" val="0"/>
              </a:ext>
            </a:extLst>
          </a:blip>
          <a:stretch>
            <a:fillRect/>
          </a:stretch>
        </p:blipFill>
        <p:spPr bwMode="auto">
          <a:xfrm>
            <a:off x="1592029" y="2627141"/>
            <a:ext cx="3343742" cy="24577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075" name="Picture 3"/>
          <p:cNvPicPr>
            <a:picLocks noGrp="1" noChangeAspect="1" noChangeArrowheads="1"/>
          </p:cNvPicPr>
          <p:nvPr>
            <p:ph sz="half" idx="2"/>
          </p:nvPr>
        </p:nvPicPr>
        <p:blipFill>
          <a:blip r:embed="rId2">
            <a:extLst>
              <a:ext uri="{28A0092B-C50C-407E-A947-70E740481C1C}">
                <a14:useLocalDpi xmlns:a14="http://schemas.microsoft.com/office/drawing/2010/main" val="0"/>
              </a:ext>
            </a:extLst>
          </a:blip>
          <a:srcRect/>
          <a:stretch>
            <a:fillRect/>
          </a:stretch>
        </p:blipFill>
        <p:spPr bwMode="auto">
          <a:xfrm>
            <a:off x="5276850" y="1828800"/>
            <a:ext cx="3657600" cy="3428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Create table from studio</a:t>
            </a:r>
            <a:endParaRPr lang="en-US" dirty="0"/>
          </a:p>
        </p:txBody>
      </p:sp>
      <p:pic>
        <p:nvPicPr>
          <p:cNvPr id="1026" name="Picture 2"/>
          <p:cNvPicPr>
            <a:picLocks noGrp="1" noChangeAspect="1" noChangeArrowheads="1"/>
          </p:cNvPicPr>
          <p:nvPr>
            <p:ph idx="1"/>
          </p:nvPr>
        </p:nvPicPr>
        <p:blipFill>
          <a:blip r:embed="rId1">
            <a:extLst>
              <a:ext uri="{28A0092B-C50C-407E-A947-70E740481C1C}">
                <a14:useLocalDpi xmlns:a14="http://schemas.microsoft.com/office/drawing/2010/main" val="0"/>
              </a:ext>
            </a:extLst>
          </a:blip>
          <a:srcRect/>
          <a:stretch>
            <a:fillRect/>
          </a:stretch>
        </p:blipFill>
        <p:spPr bwMode="auto">
          <a:xfrm>
            <a:off x="2133600" y="1676400"/>
            <a:ext cx="4800600" cy="35634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Create </a:t>
            </a:r>
            <a:r>
              <a:rPr lang="en-US" dirty="0" smtClean="0"/>
              <a:t>table from </a:t>
            </a:r>
            <a:r>
              <a:rPr lang="en-US" dirty="0"/>
              <a:t>studio</a:t>
            </a:r>
            <a:endParaRPr lang="en-US" dirty="0"/>
          </a:p>
        </p:txBody>
      </p:sp>
      <p:sp>
        <p:nvSpPr>
          <p:cNvPr id="3" name="Content Placeholder 2"/>
          <p:cNvSpPr>
            <a:spLocks noGrp="1"/>
          </p:cNvSpPr>
          <p:nvPr>
            <p:ph idx="1"/>
          </p:nvPr>
        </p:nvSpPr>
        <p:spPr/>
        <p:txBody>
          <a:bodyPr/>
          <a:lstStyle/>
          <a:p>
            <a:pPr marL="82550" indent="0">
              <a:buNone/>
            </a:pPr>
            <a:r>
              <a:rPr lang="en-US" sz="2000" dirty="0"/>
              <a:t>CREATE TABLE `new_schema`.`new_table1` (</a:t>
            </a:r>
            <a:endParaRPr lang="en-US" sz="2000" dirty="0"/>
          </a:p>
          <a:p>
            <a:pPr marL="82550" indent="0">
              <a:buNone/>
            </a:pPr>
            <a:r>
              <a:rPr lang="en-US" sz="2000" dirty="0"/>
              <a:t>`id` INT NOT NULL,</a:t>
            </a:r>
            <a:endParaRPr lang="en-US" sz="2000" dirty="0"/>
          </a:p>
          <a:p>
            <a:pPr marL="82550" indent="0">
              <a:buNone/>
            </a:pPr>
            <a:r>
              <a:rPr lang="en-US" sz="2000" dirty="0"/>
              <a:t>`name` VARCHAR(45) NULL,</a:t>
            </a:r>
            <a:endParaRPr lang="en-US" sz="2000" dirty="0"/>
          </a:p>
          <a:p>
            <a:pPr marL="82550" indent="0">
              <a:buNone/>
            </a:pPr>
            <a:r>
              <a:rPr lang="en-US" sz="2000" dirty="0"/>
              <a:t>PRIMARY KEY (`id`));</a:t>
            </a:r>
            <a:endParaRPr lang="en-US" sz="2000" dirty="0"/>
          </a:p>
          <a:p>
            <a:endParaRPr lang="en-US" dirty="0"/>
          </a:p>
        </p:txBody>
      </p:sp>
      <p:pic>
        <p:nvPicPr>
          <p:cNvPr id="2050"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600200" y="3048000"/>
            <a:ext cx="7374922" cy="3200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Create table from studio</a:t>
            </a:r>
            <a:endParaRPr lang="en-US" dirty="0"/>
          </a:p>
        </p:txBody>
      </p:sp>
      <p:pic>
        <p:nvPicPr>
          <p:cNvPr id="3074" name="Picture 2"/>
          <p:cNvPicPr>
            <a:picLocks noGrp="1" noChangeAspect="1" noChangeArrowheads="1"/>
          </p:cNvPicPr>
          <p:nvPr>
            <p:ph idx="1"/>
          </p:nvPr>
        </p:nvPicPr>
        <p:blipFill>
          <a:blip r:embed="rId1">
            <a:extLst>
              <a:ext uri="{28A0092B-C50C-407E-A947-70E740481C1C}">
                <a14:useLocalDpi xmlns:a14="http://schemas.microsoft.com/office/drawing/2010/main" val="0"/>
              </a:ext>
            </a:extLst>
          </a:blip>
          <a:srcRect/>
          <a:stretch>
            <a:fillRect/>
          </a:stretch>
        </p:blipFill>
        <p:spPr bwMode="auto">
          <a:xfrm>
            <a:off x="2060138" y="1909492"/>
            <a:ext cx="6249273" cy="38772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Insert into table from studio</a:t>
            </a:r>
            <a:endParaRPr lang="en-US" dirty="0"/>
          </a:p>
        </p:txBody>
      </p:sp>
      <p:sp>
        <p:nvSpPr>
          <p:cNvPr id="3" name="Content Placeholder 2"/>
          <p:cNvSpPr>
            <a:spLocks noGrp="1"/>
          </p:cNvSpPr>
          <p:nvPr>
            <p:ph idx="1"/>
          </p:nvPr>
        </p:nvSpPr>
        <p:spPr/>
        <p:txBody>
          <a:bodyPr>
            <a:normAutofit/>
          </a:bodyPr>
          <a:lstStyle/>
          <a:p>
            <a:r>
              <a:rPr lang="en-US" sz="2800" dirty="0"/>
              <a:t>INSERT INTO `new_schema`.`new_table1` (`id`, `name`) VALUES ('2', '</a:t>
            </a:r>
            <a:r>
              <a:rPr lang="en-US" sz="2800" dirty="0" err="1"/>
              <a:t>ddd</a:t>
            </a:r>
            <a:r>
              <a:rPr lang="en-US" sz="2800" dirty="0"/>
              <a:t>');</a:t>
            </a:r>
            <a:endParaRPr lang="en-US" sz="2800" dirty="0"/>
          </a:p>
        </p:txBody>
      </p:sp>
      <p:pic>
        <p:nvPicPr>
          <p:cNvPr id="1026"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295400" y="2743200"/>
            <a:ext cx="7696200" cy="37315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Delete from table </a:t>
            </a:r>
            <a:r>
              <a:rPr lang="en-US" dirty="0"/>
              <a:t>from studio</a:t>
            </a:r>
            <a:endParaRPr lang="en-US" dirty="0"/>
          </a:p>
        </p:txBody>
      </p:sp>
      <p:sp>
        <p:nvSpPr>
          <p:cNvPr id="3" name="Content Placeholder 2"/>
          <p:cNvSpPr>
            <a:spLocks noGrp="1"/>
          </p:cNvSpPr>
          <p:nvPr>
            <p:ph idx="1"/>
          </p:nvPr>
        </p:nvSpPr>
        <p:spPr/>
        <p:txBody>
          <a:bodyPr>
            <a:normAutofit/>
          </a:bodyPr>
          <a:lstStyle/>
          <a:p>
            <a:r>
              <a:rPr lang="en-US" sz="2800" dirty="0"/>
              <a:t>DELETE FROM `new_schema`.`new_table1` WHERE (`id` = '3');</a:t>
            </a:r>
            <a:endParaRPr lang="en-US" sz="2800" dirty="0"/>
          </a:p>
        </p:txBody>
      </p:sp>
      <p:pic>
        <p:nvPicPr>
          <p:cNvPr id="2050"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142999" y="2514600"/>
            <a:ext cx="7878763" cy="4181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2800" dirty="0"/>
              <a:t>Define Mule Application Deployment Options</a:t>
            </a:r>
            <a:endParaRPr lang="en-US" sz="2800" dirty="0"/>
          </a:p>
        </p:txBody>
      </p:sp>
      <p:sp>
        <p:nvSpPr>
          <p:cNvPr id="3" name="Content Placeholder 2"/>
          <p:cNvSpPr>
            <a:spLocks noGrp="1"/>
          </p:cNvSpPr>
          <p:nvPr>
            <p:ph idx="1"/>
          </p:nvPr>
        </p:nvSpPr>
        <p:spPr/>
        <p:txBody>
          <a:bodyPr>
            <a:normAutofit/>
          </a:bodyPr>
          <a:lstStyle/>
          <a:p>
            <a:r>
              <a:rPr lang="en-US" sz="2000" dirty="0" err="1"/>
              <a:t>MuleSoft</a:t>
            </a:r>
            <a:r>
              <a:rPr lang="en-US" sz="2000" dirty="0"/>
              <a:t> offers several deployment options for Mule applications, broadly categorized as </a:t>
            </a:r>
            <a:r>
              <a:rPr lang="en-US" sz="2000" b="1" dirty="0" err="1"/>
              <a:t>CloudHub</a:t>
            </a:r>
            <a:r>
              <a:rPr lang="en-US" sz="2000" b="1" dirty="0"/>
              <a:t>, hybrid, and on-premises</a:t>
            </a:r>
            <a:r>
              <a:rPr lang="en-US" sz="2000" dirty="0"/>
              <a:t>. These options differ in how the Mule runtime environment is hosted and managed, offering varying degrees of control, scalability, and security. </a:t>
            </a:r>
            <a:endParaRPr lang="en-US" sz="2000" dirty="0"/>
          </a:p>
          <a:p>
            <a:pPr marL="82550" indent="0">
              <a:buNone/>
            </a:pPr>
            <a:endParaRPr lang="en-US" sz="2000" dirty="0"/>
          </a:p>
          <a:p>
            <a:pPr lvl="1"/>
            <a:r>
              <a:rPr lang="en-US" sz="2000" b="1" dirty="0" err="1"/>
              <a:t>CloudHub</a:t>
            </a:r>
            <a:r>
              <a:rPr lang="en-US" sz="2000" b="1" dirty="0"/>
              <a:t> 2.0</a:t>
            </a:r>
            <a:endParaRPr lang="en-US" sz="2000" b="1" dirty="0"/>
          </a:p>
          <a:p>
            <a:pPr lvl="1"/>
            <a:r>
              <a:rPr lang="en-US" sz="2000" b="1" dirty="0" err="1"/>
              <a:t>CloudHub</a:t>
            </a:r>
            <a:endParaRPr lang="en-US" sz="2000" b="1" dirty="0"/>
          </a:p>
          <a:p>
            <a:pPr lvl="1"/>
            <a:r>
              <a:rPr lang="en-US" sz="2000" b="1" dirty="0"/>
              <a:t>Hybrid Deployments</a:t>
            </a:r>
            <a:endParaRPr lang="en-US" sz="2000" b="1" dirty="0"/>
          </a:p>
          <a:p>
            <a:pPr lvl="1"/>
            <a:r>
              <a:rPr lang="en-US" sz="2000" b="1" dirty="0"/>
              <a:t>Anypoint Platform Private Cloud Edition</a:t>
            </a:r>
            <a:endParaRPr lang="en-US" sz="2000" b="1" dirty="0"/>
          </a:p>
          <a:p>
            <a:pPr lvl="1"/>
            <a:r>
              <a:rPr lang="en-US" sz="2000" b="1" dirty="0"/>
              <a:t>Anypoint Runtime Fabric Deployments</a:t>
            </a:r>
            <a:endParaRPr lang="en-US" sz="2000" b="1" dirty="0"/>
          </a:p>
          <a:p>
            <a:pPr marL="402590" lvl="1" indent="0">
              <a:buNone/>
            </a:pPr>
            <a:endParaRPr lang="en-US" sz="2000" b="1" dirty="0"/>
          </a:p>
          <a:p>
            <a:r>
              <a:rPr lang="en-US" sz="2000" dirty="0"/>
              <a:t>https://docs.mulesoft.com/runtime-manager/deployment-strategies</a:t>
            </a:r>
            <a:endParaRPr lang="en-US" sz="2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Grp="1" noChangeAspect="1" noChangeArrowheads="1"/>
          </p:cNvPicPr>
          <p:nvPr>
            <p:ph idx="1"/>
          </p:nvPr>
        </p:nvPicPr>
        <p:blipFill>
          <a:blip r:embed="rId1">
            <a:extLst>
              <a:ext uri="{28A0092B-C50C-407E-A947-70E740481C1C}">
                <a14:useLocalDpi xmlns:a14="http://schemas.microsoft.com/office/drawing/2010/main" val="0"/>
              </a:ext>
            </a:extLst>
          </a:blip>
          <a:srcRect/>
          <a:stretch>
            <a:fillRect/>
          </a:stretch>
        </p:blipFill>
        <p:spPr bwMode="auto">
          <a:xfrm>
            <a:off x="2362201" y="2057400"/>
            <a:ext cx="4389656" cy="30862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Title 1"/>
          <p:cNvSpPr>
            <a:spLocks noGrp="1"/>
          </p:cNvSpPr>
          <p:nvPr>
            <p:ph type="title"/>
          </p:nvPr>
        </p:nvSpPr>
        <p:spPr>
          <a:xfrm>
            <a:off x="1435608" y="274638"/>
            <a:ext cx="7498080" cy="1143000"/>
          </a:xfrm>
        </p:spPr>
        <p:txBody>
          <a:bodyPr>
            <a:noAutofit/>
          </a:bodyPr>
          <a:lstStyle/>
          <a:p>
            <a:r>
              <a:rPr lang="en-US" sz="2800" dirty="0"/>
              <a:t>Define Mule Application Deployment Options</a:t>
            </a:r>
            <a:endParaRPr lang="en-US" sz="28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err="1"/>
              <a:t>CloudHub</a:t>
            </a:r>
            <a:r>
              <a:rPr lang="en-US" dirty="0"/>
              <a:t> 2.0:</a:t>
            </a:r>
            <a:br>
              <a:rPr lang="en-US" dirty="0"/>
            </a:br>
            <a:endParaRPr lang="en-US" dirty="0"/>
          </a:p>
        </p:txBody>
      </p:sp>
      <p:sp>
        <p:nvSpPr>
          <p:cNvPr id="3" name="Content Placeholder 2"/>
          <p:cNvSpPr>
            <a:spLocks noGrp="1"/>
          </p:cNvSpPr>
          <p:nvPr>
            <p:ph idx="1"/>
          </p:nvPr>
        </p:nvSpPr>
        <p:spPr/>
        <p:txBody>
          <a:bodyPr>
            <a:normAutofit/>
          </a:bodyPr>
          <a:lstStyle/>
          <a:p>
            <a:pPr marL="457200" indent="-457200" eaLnBrk="0" fontAlgn="base" hangingPunct="0">
              <a:spcBef>
                <a:spcPct val="0"/>
              </a:spcBef>
              <a:spcAft>
                <a:spcPct val="0"/>
              </a:spcAft>
              <a:buClrTx/>
              <a:buSzTx/>
            </a:pPr>
            <a:r>
              <a:rPr lang="en-US" altLang="en-US" sz="2400" dirty="0">
                <a:solidFill>
                  <a:srgbClr val="181818"/>
                </a:solidFill>
                <a:latin typeface="Times New Roman" panose="02020603050405020304" pitchFamily="18" charset="0"/>
              </a:rPr>
              <a:t>CloudHub 2.0 </a:t>
            </a:r>
            <a:r>
              <a:rPr lang="en-US" altLang="en-US" sz="2400" dirty="0" err="1">
                <a:solidFill>
                  <a:srgbClr val="181818"/>
                </a:solidFill>
                <a:latin typeface="Times New Roman" panose="02020603050405020304" pitchFamily="18" charset="0"/>
              </a:rPr>
              <a:t>is</a:t>
            </a:r>
            <a:r>
              <a:rPr lang="en-US" altLang="en-US" sz="2400" dirty="0">
                <a:solidFill>
                  <a:srgbClr val="181818"/>
                </a:solidFill>
                <a:latin typeface="Times New Roman" panose="02020603050405020304" pitchFamily="18" charset="0"/>
              </a:rPr>
              <a:t> a </a:t>
            </a:r>
            <a:r>
              <a:rPr lang="en-US" altLang="en-US" sz="2400" dirty="0" err="1">
                <a:solidFill>
                  <a:srgbClr val="181818"/>
                </a:solidFill>
                <a:latin typeface="Times New Roman" panose="02020603050405020304" pitchFamily="18" charset="0"/>
              </a:rPr>
              <a:t>fully</a:t>
            </a:r>
            <a:r>
              <a:rPr lang="en-US" altLang="en-US" sz="2400" dirty="0">
                <a:solidFill>
                  <a:srgbClr val="181818"/>
                </a:solidFill>
                <a:latin typeface="Times New Roman" panose="02020603050405020304" pitchFamily="18" charset="0"/>
              </a:rPr>
              <a:t> </a:t>
            </a:r>
            <a:r>
              <a:rPr lang="en-US" altLang="en-US" sz="2400" dirty="0" err="1">
                <a:solidFill>
                  <a:srgbClr val="181818"/>
                </a:solidFill>
                <a:latin typeface="Times New Roman" panose="02020603050405020304" pitchFamily="18" charset="0"/>
              </a:rPr>
              <a:t>managed</a:t>
            </a:r>
            <a:r>
              <a:rPr lang="en-US" altLang="en-US" sz="2400" dirty="0">
                <a:solidFill>
                  <a:srgbClr val="181818"/>
                </a:solidFill>
                <a:latin typeface="Times New Roman" panose="02020603050405020304" pitchFamily="18" charset="0"/>
              </a:rPr>
              <a:t>, </a:t>
            </a:r>
            <a:r>
              <a:rPr lang="en-US" altLang="en-US" sz="2400" dirty="0" err="1">
                <a:solidFill>
                  <a:srgbClr val="181818"/>
                </a:solidFill>
                <a:latin typeface="Times New Roman" panose="02020603050405020304" pitchFamily="18" charset="0"/>
              </a:rPr>
              <a:t>containerized</a:t>
            </a:r>
            <a:r>
              <a:rPr lang="en-US" altLang="en-US" sz="2400" dirty="0">
                <a:solidFill>
                  <a:srgbClr val="181818"/>
                </a:solidFill>
                <a:latin typeface="Times New Roman" panose="02020603050405020304" pitchFamily="18" charset="0"/>
              </a:rPr>
              <a:t> </a:t>
            </a:r>
            <a:r>
              <a:rPr lang="en-US" altLang="en-US" sz="2400" dirty="0" err="1">
                <a:solidFill>
                  <a:srgbClr val="181818"/>
                </a:solidFill>
                <a:latin typeface="Times New Roman" panose="02020603050405020304" pitchFamily="18" charset="0"/>
              </a:rPr>
              <a:t>integration</a:t>
            </a:r>
            <a:r>
              <a:rPr lang="en-US" altLang="en-US" sz="2400" dirty="0">
                <a:solidFill>
                  <a:srgbClr val="181818"/>
                </a:solidFill>
                <a:latin typeface="Times New Roman" panose="02020603050405020304" pitchFamily="18" charset="0"/>
              </a:rPr>
              <a:t> </a:t>
            </a:r>
            <a:r>
              <a:rPr lang="en-US" altLang="en-US" sz="2400" dirty="0" err="1">
                <a:solidFill>
                  <a:srgbClr val="181818"/>
                </a:solidFill>
                <a:latin typeface="Times New Roman" panose="02020603050405020304" pitchFamily="18" charset="0"/>
              </a:rPr>
              <a:t>platform</a:t>
            </a:r>
            <a:r>
              <a:rPr lang="en-US" altLang="en-US" sz="2400" dirty="0">
                <a:solidFill>
                  <a:srgbClr val="181818"/>
                </a:solidFill>
                <a:latin typeface="Times New Roman" panose="02020603050405020304" pitchFamily="18" charset="0"/>
              </a:rPr>
              <a:t> </a:t>
            </a:r>
            <a:r>
              <a:rPr lang="en-US" altLang="en-US" sz="2400" dirty="0" err="1">
                <a:solidFill>
                  <a:srgbClr val="181818"/>
                </a:solidFill>
                <a:latin typeface="Times New Roman" panose="02020603050405020304" pitchFamily="18" charset="0"/>
              </a:rPr>
              <a:t>as</a:t>
            </a:r>
            <a:r>
              <a:rPr lang="en-US" altLang="en-US" sz="2400" dirty="0">
                <a:solidFill>
                  <a:srgbClr val="181818"/>
                </a:solidFill>
                <a:latin typeface="Times New Roman" panose="02020603050405020304" pitchFamily="18" charset="0"/>
              </a:rPr>
              <a:t> a </a:t>
            </a:r>
            <a:r>
              <a:rPr lang="en-US" altLang="en-US" sz="2400" dirty="0" err="1">
                <a:solidFill>
                  <a:srgbClr val="181818"/>
                </a:solidFill>
                <a:latin typeface="Times New Roman" panose="02020603050405020304" pitchFamily="18" charset="0"/>
              </a:rPr>
              <a:t>service</a:t>
            </a:r>
            <a:r>
              <a:rPr lang="en-US" altLang="en-US" sz="2400" dirty="0">
                <a:solidFill>
                  <a:srgbClr val="181818"/>
                </a:solidFill>
                <a:latin typeface="Times New Roman" panose="02020603050405020304" pitchFamily="18" charset="0"/>
              </a:rPr>
              <a:t> (</a:t>
            </a:r>
            <a:r>
              <a:rPr lang="en-US" altLang="en-US" sz="2400" dirty="0" err="1">
                <a:solidFill>
                  <a:srgbClr val="181818"/>
                </a:solidFill>
                <a:latin typeface="Times New Roman" panose="02020603050405020304" pitchFamily="18" charset="0"/>
              </a:rPr>
              <a:t>iPaaS</a:t>
            </a:r>
            <a:r>
              <a:rPr lang="en-US" altLang="en-US" sz="2400" dirty="0">
                <a:solidFill>
                  <a:srgbClr val="181818"/>
                </a:solidFill>
                <a:latin typeface="Times New Roman" panose="02020603050405020304" pitchFamily="18" charset="0"/>
              </a:rPr>
              <a:t>) </a:t>
            </a:r>
            <a:r>
              <a:rPr lang="en-US" altLang="en-US" sz="2400" dirty="0" err="1">
                <a:solidFill>
                  <a:srgbClr val="181818"/>
                </a:solidFill>
                <a:latin typeface="Times New Roman" panose="02020603050405020304" pitchFamily="18" charset="0"/>
              </a:rPr>
              <a:t>where</a:t>
            </a:r>
            <a:r>
              <a:rPr lang="en-US" altLang="en-US" sz="2400" dirty="0">
                <a:solidFill>
                  <a:srgbClr val="181818"/>
                </a:solidFill>
                <a:latin typeface="Times New Roman" panose="02020603050405020304" pitchFamily="18" charset="0"/>
              </a:rPr>
              <a:t> </a:t>
            </a:r>
            <a:r>
              <a:rPr lang="en-US" altLang="en-US" sz="2400" dirty="0" err="1">
                <a:solidFill>
                  <a:srgbClr val="181818"/>
                </a:solidFill>
                <a:latin typeface="Times New Roman" panose="02020603050405020304" pitchFamily="18" charset="0"/>
              </a:rPr>
              <a:t>you</a:t>
            </a:r>
            <a:r>
              <a:rPr lang="en-US" altLang="en-US" sz="2400" dirty="0">
                <a:solidFill>
                  <a:srgbClr val="181818"/>
                </a:solidFill>
                <a:latin typeface="Times New Roman" panose="02020603050405020304" pitchFamily="18" charset="0"/>
              </a:rPr>
              <a:t> </a:t>
            </a:r>
            <a:r>
              <a:rPr lang="en-US" altLang="en-US" sz="2400" dirty="0" err="1">
                <a:solidFill>
                  <a:srgbClr val="181818"/>
                </a:solidFill>
                <a:latin typeface="Times New Roman" panose="02020603050405020304" pitchFamily="18" charset="0"/>
              </a:rPr>
              <a:t>can</a:t>
            </a:r>
            <a:r>
              <a:rPr lang="en-US" altLang="en-US" sz="2400" dirty="0">
                <a:solidFill>
                  <a:srgbClr val="181818"/>
                </a:solidFill>
                <a:latin typeface="Times New Roman" panose="02020603050405020304" pitchFamily="18" charset="0"/>
              </a:rPr>
              <a:t> </a:t>
            </a:r>
            <a:r>
              <a:rPr lang="en-US" altLang="en-US" sz="2400" dirty="0" err="1">
                <a:solidFill>
                  <a:srgbClr val="181818"/>
                </a:solidFill>
                <a:latin typeface="Times New Roman" panose="02020603050405020304" pitchFamily="18" charset="0"/>
              </a:rPr>
              <a:t>deploy</a:t>
            </a:r>
            <a:r>
              <a:rPr lang="en-US" altLang="en-US" sz="2400" dirty="0">
                <a:solidFill>
                  <a:srgbClr val="181818"/>
                </a:solidFill>
                <a:latin typeface="Times New Roman" panose="02020603050405020304" pitchFamily="18" charset="0"/>
              </a:rPr>
              <a:t> </a:t>
            </a:r>
            <a:r>
              <a:rPr lang="en-US" altLang="en-US" sz="2400" dirty="0" err="1">
                <a:solidFill>
                  <a:srgbClr val="181818"/>
                </a:solidFill>
                <a:latin typeface="Times New Roman" panose="02020603050405020304" pitchFamily="18" charset="0"/>
              </a:rPr>
              <a:t>APIs</a:t>
            </a:r>
            <a:r>
              <a:rPr lang="en-US" altLang="en-US" sz="2400" dirty="0">
                <a:solidFill>
                  <a:srgbClr val="181818"/>
                </a:solidFill>
                <a:latin typeface="Times New Roman" panose="02020603050405020304" pitchFamily="18" charset="0"/>
              </a:rPr>
              <a:t> </a:t>
            </a:r>
            <a:r>
              <a:rPr lang="en-US" altLang="en-US" sz="2400" dirty="0" err="1">
                <a:solidFill>
                  <a:srgbClr val="181818"/>
                </a:solidFill>
                <a:latin typeface="Times New Roman" panose="02020603050405020304" pitchFamily="18" charset="0"/>
              </a:rPr>
              <a:t>and</a:t>
            </a:r>
            <a:r>
              <a:rPr lang="en-US" altLang="en-US" sz="2400" dirty="0">
                <a:solidFill>
                  <a:srgbClr val="181818"/>
                </a:solidFill>
                <a:latin typeface="Times New Roman" panose="02020603050405020304" pitchFamily="18" charset="0"/>
              </a:rPr>
              <a:t> </a:t>
            </a:r>
            <a:r>
              <a:rPr lang="en-US" altLang="en-US" sz="2400" dirty="0" err="1">
                <a:solidFill>
                  <a:srgbClr val="181818"/>
                </a:solidFill>
                <a:latin typeface="Times New Roman" panose="02020603050405020304" pitchFamily="18" charset="0"/>
              </a:rPr>
              <a:t>integrations</a:t>
            </a:r>
            <a:r>
              <a:rPr lang="en-US" altLang="en-US" sz="2400" dirty="0">
                <a:solidFill>
                  <a:srgbClr val="181818"/>
                </a:solidFill>
                <a:latin typeface="Times New Roman" panose="02020603050405020304" pitchFamily="18" charset="0"/>
              </a:rPr>
              <a:t> </a:t>
            </a:r>
            <a:r>
              <a:rPr lang="en-US" altLang="en-US" sz="2400" dirty="0" err="1">
                <a:solidFill>
                  <a:srgbClr val="181818"/>
                </a:solidFill>
                <a:latin typeface="Times New Roman" panose="02020603050405020304" pitchFamily="18" charset="0"/>
              </a:rPr>
              <a:t>as</a:t>
            </a:r>
            <a:r>
              <a:rPr lang="en-US" altLang="en-US" sz="2400" dirty="0">
                <a:solidFill>
                  <a:srgbClr val="181818"/>
                </a:solidFill>
                <a:latin typeface="Times New Roman" panose="02020603050405020304" pitchFamily="18" charset="0"/>
              </a:rPr>
              <a:t> </a:t>
            </a:r>
            <a:r>
              <a:rPr lang="en-US" altLang="en-US" sz="2400" dirty="0" err="1">
                <a:solidFill>
                  <a:srgbClr val="181818"/>
                </a:solidFill>
                <a:latin typeface="Times New Roman" panose="02020603050405020304" pitchFamily="18" charset="0"/>
              </a:rPr>
              <a:t>lightweight</a:t>
            </a:r>
            <a:r>
              <a:rPr lang="en-US" altLang="en-US" sz="2400" dirty="0">
                <a:solidFill>
                  <a:srgbClr val="181818"/>
                </a:solidFill>
                <a:latin typeface="Times New Roman" panose="02020603050405020304" pitchFamily="18" charset="0"/>
              </a:rPr>
              <a:t> </a:t>
            </a:r>
            <a:r>
              <a:rPr lang="en-US" altLang="en-US" sz="2400" dirty="0" err="1">
                <a:solidFill>
                  <a:srgbClr val="181818"/>
                </a:solidFill>
                <a:latin typeface="Times New Roman" panose="02020603050405020304" pitchFamily="18" charset="0"/>
              </a:rPr>
              <a:t>containers</a:t>
            </a:r>
            <a:r>
              <a:rPr lang="en-US" altLang="en-US" sz="2400" dirty="0">
                <a:solidFill>
                  <a:srgbClr val="181818"/>
                </a:solidFill>
                <a:latin typeface="Times New Roman" panose="02020603050405020304" pitchFamily="18" charset="0"/>
              </a:rPr>
              <a:t> </a:t>
            </a:r>
            <a:r>
              <a:rPr lang="en-US" altLang="en-US" sz="2400" dirty="0" err="1">
                <a:solidFill>
                  <a:srgbClr val="181818"/>
                </a:solidFill>
                <a:latin typeface="Times New Roman" panose="02020603050405020304" pitchFamily="18" charset="0"/>
              </a:rPr>
              <a:t>in</a:t>
            </a:r>
            <a:r>
              <a:rPr lang="en-US" altLang="en-US" sz="2400" dirty="0">
                <a:solidFill>
                  <a:srgbClr val="181818"/>
                </a:solidFill>
                <a:latin typeface="Times New Roman" panose="02020603050405020304" pitchFamily="18" charset="0"/>
              </a:rPr>
              <a:t> </a:t>
            </a:r>
            <a:r>
              <a:rPr lang="en-US" altLang="en-US" sz="2400" dirty="0" err="1">
                <a:solidFill>
                  <a:srgbClr val="181818"/>
                </a:solidFill>
                <a:latin typeface="Times New Roman" panose="02020603050405020304" pitchFamily="18" charset="0"/>
              </a:rPr>
              <a:t>the</a:t>
            </a:r>
            <a:r>
              <a:rPr lang="en-US" altLang="en-US" sz="2400" dirty="0">
                <a:solidFill>
                  <a:srgbClr val="181818"/>
                </a:solidFill>
                <a:latin typeface="Times New Roman" panose="02020603050405020304" pitchFamily="18" charset="0"/>
              </a:rPr>
              <a:t> </a:t>
            </a:r>
            <a:r>
              <a:rPr lang="en-US" altLang="en-US" sz="2400" dirty="0" err="1">
                <a:solidFill>
                  <a:srgbClr val="181818"/>
                </a:solidFill>
                <a:latin typeface="Times New Roman" panose="02020603050405020304" pitchFamily="18" charset="0"/>
              </a:rPr>
              <a:t>cloud</a:t>
            </a:r>
            <a:r>
              <a:rPr lang="en-US" altLang="en-US" sz="2400" dirty="0">
                <a:solidFill>
                  <a:srgbClr val="181818"/>
                </a:solidFill>
                <a:latin typeface="Times New Roman" panose="02020603050405020304" pitchFamily="18" charset="0"/>
              </a:rPr>
              <a:t>.</a:t>
            </a:r>
            <a:endParaRPr lang="en-US" altLang="en-US" sz="2400" dirty="0">
              <a:solidFill>
                <a:srgbClr val="181818"/>
              </a:solidFill>
              <a:latin typeface="Times New Roman" panose="02020603050405020304" pitchFamily="18" charset="0"/>
            </a:endParaRPr>
          </a:p>
          <a:p>
            <a:pPr marL="0" indent="0" eaLnBrk="0" fontAlgn="base" hangingPunct="0">
              <a:spcBef>
                <a:spcPct val="0"/>
              </a:spcBef>
              <a:spcAft>
                <a:spcPct val="0"/>
              </a:spcAft>
              <a:buClrTx/>
              <a:buSzTx/>
              <a:buNone/>
            </a:pPr>
            <a:endParaRPr lang="en-US" altLang="en-US" sz="2400" dirty="0">
              <a:latin typeface="Times New Roman" panose="02020603050405020304" pitchFamily="18" charset="0"/>
            </a:endParaRPr>
          </a:p>
          <a:p>
            <a:pPr marL="457200" indent="-457200" eaLnBrk="0" fontAlgn="base" hangingPunct="0">
              <a:spcBef>
                <a:spcPct val="0"/>
              </a:spcBef>
              <a:spcAft>
                <a:spcPct val="0"/>
              </a:spcAft>
              <a:buClrTx/>
              <a:buSzTx/>
            </a:pPr>
            <a:r>
              <a:rPr lang="en-US" altLang="en-US" sz="2400" dirty="0" err="1">
                <a:solidFill>
                  <a:srgbClr val="181818"/>
                </a:solidFill>
                <a:latin typeface="Times New Roman" panose="02020603050405020304" pitchFamily="18" charset="0"/>
              </a:rPr>
              <a:t>You</a:t>
            </a:r>
            <a:r>
              <a:rPr lang="en-US" altLang="en-US" sz="2400" dirty="0">
                <a:solidFill>
                  <a:srgbClr val="181818"/>
                </a:solidFill>
                <a:latin typeface="Times New Roman" panose="02020603050405020304" pitchFamily="18" charset="0"/>
              </a:rPr>
              <a:t> </a:t>
            </a:r>
            <a:r>
              <a:rPr lang="en-US" altLang="en-US" sz="2400" dirty="0" err="1">
                <a:solidFill>
                  <a:srgbClr val="181818"/>
                </a:solidFill>
                <a:latin typeface="Times New Roman" panose="02020603050405020304" pitchFamily="18" charset="0"/>
              </a:rPr>
              <a:t>can</a:t>
            </a:r>
            <a:r>
              <a:rPr lang="en-US" altLang="en-US" sz="2400" dirty="0">
                <a:solidFill>
                  <a:srgbClr val="181818"/>
                </a:solidFill>
                <a:latin typeface="Times New Roman" panose="02020603050405020304" pitchFamily="18" charset="0"/>
              </a:rPr>
              <a:t> </a:t>
            </a:r>
            <a:r>
              <a:rPr lang="en-US" altLang="en-US" sz="2400" dirty="0" err="1">
                <a:solidFill>
                  <a:srgbClr val="181818"/>
                </a:solidFill>
                <a:latin typeface="Times New Roman" panose="02020603050405020304" pitchFamily="18" charset="0"/>
              </a:rPr>
              <a:t>deploy</a:t>
            </a:r>
            <a:r>
              <a:rPr lang="en-US" altLang="en-US" sz="2400" dirty="0">
                <a:solidFill>
                  <a:srgbClr val="181818"/>
                </a:solidFill>
                <a:latin typeface="Times New Roman" panose="02020603050405020304" pitchFamily="18" charset="0"/>
              </a:rPr>
              <a:t> </a:t>
            </a:r>
            <a:r>
              <a:rPr lang="en-US" altLang="en-US" sz="2400" dirty="0" err="1">
                <a:solidFill>
                  <a:srgbClr val="181818"/>
                </a:solidFill>
                <a:latin typeface="Times New Roman" panose="02020603050405020304" pitchFamily="18" charset="0"/>
              </a:rPr>
              <a:t>your</a:t>
            </a:r>
            <a:r>
              <a:rPr lang="en-US" altLang="en-US" sz="2400" dirty="0">
                <a:solidFill>
                  <a:srgbClr val="181818"/>
                </a:solidFill>
                <a:latin typeface="Times New Roman" panose="02020603050405020304" pitchFamily="18" charset="0"/>
              </a:rPr>
              <a:t> </a:t>
            </a:r>
            <a:r>
              <a:rPr lang="en-US" altLang="en-US" sz="2400" dirty="0" err="1">
                <a:solidFill>
                  <a:srgbClr val="181818"/>
                </a:solidFill>
                <a:latin typeface="Times New Roman" panose="02020603050405020304" pitchFamily="18" charset="0"/>
              </a:rPr>
              <a:t>applications</a:t>
            </a:r>
            <a:r>
              <a:rPr lang="en-US" altLang="en-US" sz="2400" dirty="0">
                <a:solidFill>
                  <a:srgbClr val="181818"/>
                </a:solidFill>
                <a:latin typeface="Times New Roman" panose="02020603050405020304" pitchFamily="18" charset="0"/>
              </a:rPr>
              <a:t> </a:t>
            </a:r>
            <a:r>
              <a:rPr lang="en-US" altLang="en-US" sz="2400" dirty="0" err="1">
                <a:solidFill>
                  <a:srgbClr val="181818"/>
                </a:solidFill>
                <a:latin typeface="Times New Roman" panose="02020603050405020304" pitchFamily="18" charset="0"/>
              </a:rPr>
              <a:t>from</a:t>
            </a:r>
            <a:r>
              <a:rPr lang="en-US" altLang="en-US" sz="2400" dirty="0">
                <a:solidFill>
                  <a:srgbClr val="181818"/>
                </a:solidFill>
                <a:latin typeface="Times New Roman" panose="02020603050405020304" pitchFamily="18" charset="0"/>
              </a:rPr>
              <a:t> </a:t>
            </a:r>
            <a:r>
              <a:rPr lang="en-US" altLang="en-US" sz="2400" dirty="0" err="1">
                <a:solidFill>
                  <a:srgbClr val="181818"/>
                </a:solidFill>
                <a:latin typeface="Times New Roman" panose="02020603050405020304" pitchFamily="18" charset="0"/>
              </a:rPr>
              <a:t>the</a:t>
            </a:r>
            <a:r>
              <a:rPr lang="en-US" altLang="en-US" sz="2400" dirty="0">
                <a:solidFill>
                  <a:srgbClr val="181818"/>
                </a:solidFill>
                <a:latin typeface="Times New Roman" panose="02020603050405020304" pitchFamily="18" charset="0"/>
              </a:rPr>
              <a:t> </a:t>
            </a:r>
            <a:r>
              <a:rPr lang="en-US" altLang="en-US" sz="2400" dirty="0">
                <a:solidFill>
                  <a:srgbClr val="FF0000"/>
                </a:solidFill>
                <a:latin typeface="Times New Roman" panose="02020603050405020304" pitchFamily="18" charset="0"/>
              </a:rPr>
              <a:t>Anypoint </a:t>
            </a:r>
            <a:r>
              <a:rPr lang="en-US" altLang="en-US" sz="2400" dirty="0" err="1">
                <a:solidFill>
                  <a:srgbClr val="FF0000"/>
                </a:solidFill>
                <a:latin typeface="Times New Roman" panose="02020603050405020304" pitchFamily="18" charset="0"/>
              </a:rPr>
              <a:t>Platform</a:t>
            </a:r>
            <a:r>
              <a:rPr lang="en-US" altLang="en-US" sz="2400" dirty="0">
                <a:solidFill>
                  <a:srgbClr val="0176D3"/>
                </a:solidFill>
                <a:latin typeface="Times New Roman" panose="02020603050405020304" pitchFamily="18" charset="0"/>
              </a:rPr>
              <a:t> </a:t>
            </a:r>
            <a:r>
              <a:rPr lang="en-US" altLang="en-US" sz="2400" dirty="0" err="1">
                <a:solidFill>
                  <a:srgbClr val="181818"/>
                </a:solidFill>
                <a:latin typeface="Times New Roman" panose="02020603050405020304" pitchFamily="18" charset="0"/>
              </a:rPr>
              <a:t>Runtime</a:t>
            </a:r>
            <a:r>
              <a:rPr lang="en-US" altLang="en-US" sz="2400" dirty="0">
                <a:solidFill>
                  <a:srgbClr val="181818"/>
                </a:solidFill>
                <a:latin typeface="Times New Roman" panose="02020603050405020304" pitchFamily="18" charset="0"/>
              </a:rPr>
              <a:t> </a:t>
            </a:r>
            <a:r>
              <a:rPr lang="en-US" altLang="en-US" sz="2400" dirty="0" err="1">
                <a:solidFill>
                  <a:srgbClr val="181818"/>
                </a:solidFill>
                <a:latin typeface="Times New Roman" panose="02020603050405020304" pitchFamily="18" charset="0"/>
              </a:rPr>
              <a:t>Manager</a:t>
            </a:r>
            <a:r>
              <a:rPr lang="en-US" altLang="en-US" sz="2400" dirty="0">
                <a:solidFill>
                  <a:srgbClr val="181818"/>
                </a:solidFill>
                <a:latin typeface="Times New Roman" panose="02020603050405020304" pitchFamily="18" charset="0"/>
              </a:rPr>
              <a:t> </a:t>
            </a:r>
            <a:r>
              <a:rPr lang="en-US" altLang="en-US" sz="2400" dirty="0" err="1">
                <a:solidFill>
                  <a:srgbClr val="181818"/>
                </a:solidFill>
                <a:latin typeface="Times New Roman" panose="02020603050405020304" pitchFamily="18" charset="0"/>
              </a:rPr>
              <a:t>cloud</a:t>
            </a:r>
            <a:r>
              <a:rPr lang="en-US" altLang="en-US" sz="2400" dirty="0">
                <a:solidFill>
                  <a:srgbClr val="181818"/>
                </a:solidFill>
                <a:latin typeface="Times New Roman" panose="02020603050405020304" pitchFamily="18" charset="0"/>
              </a:rPr>
              <a:t> </a:t>
            </a:r>
            <a:r>
              <a:rPr lang="en-US" altLang="en-US" sz="2400" dirty="0" err="1">
                <a:solidFill>
                  <a:srgbClr val="181818"/>
                </a:solidFill>
                <a:latin typeface="Times New Roman" panose="02020603050405020304" pitchFamily="18" charset="0"/>
              </a:rPr>
              <a:t>console</a:t>
            </a:r>
            <a:r>
              <a:rPr lang="en-US" altLang="en-US" sz="2400" dirty="0">
                <a:solidFill>
                  <a:srgbClr val="181818"/>
                </a:solidFill>
                <a:latin typeface="Times New Roman" panose="02020603050405020304" pitchFamily="18" charset="0"/>
              </a:rPr>
              <a:t> </a:t>
            </a:r>
            <a:r>
              <a:rPr lang="en-US" altLang="en-US" sz="2400" dirty="0" err="1">
                <a:solidFill>
                  <a:srgbClr val="181818"/>
                </a:solidFill>
                <a:latin typeface="Times New Roman" panose="02020603050405020304" pitchFamily="18" charset="0"/>
              </a:rPr>
              <a:t>and</a:t>
            </a:r>
            <a:r>
              <a:rPr lang="en-US" altLang="en-US" sz="2400" dirty="0">
                <a:solidFill>
                  <a:srgbClr val="181818"/>
                </a:solidFill>
                <a:latin typeface="Times New Roman" panose="02020603050405020304" pitchFamily="18" charset="0"/>
              </a:rPr>
              <a:t> </a:t>
            </a:r>
            <a:r>
              <a:rPr lang="en-US" altLang="en-US" sz="2400" dirty="0" err="1">
                <a:solidFill>
                  <a:srgbClr val="181818"/>
                </a:solidFill>
                <a:latin typeface="Times New Roman" panose="02020603050405020304" pitchFamily="18" charset="0"/>
              </a:rPr>
              <a:t>host</a:t>
            </a:r>
            <a:r>
              <a:rPr lang="en-US" altLang="en-US" sz="2400" dirty="0">
                <a:solidFill>
                  <a:srgbClr val="181818"/>
                </a:solidFill>
                <a:latin typeface="Times New Roman" panose="02020603050405020304" pitchFamily="18" charset="0"/>
              </a:rPr>
              <a:t> </a:t>
            </a:r>
            <a:r>
              <a:rPr lang="en-US" altLang="en-US" sz="2400" dirty="0" err="1">
                <a:solidFill>
                  <a:srgbClr val="181818"/>
                </a:solidFill>
                <a:latin typeface="Times New Roman" panose="02020603050405020304" pitchFamily="18" charset="0"/>
              </a:rPr>
              <a:t>them</a:t>
            </a:r>
            <a:r>
              <a:rPr lang="en-US" altLang="en-US" sz="2400" dirty="0">
                <a:solidFill>
                  <a:srgbClr val="181818"/>
                </a:solidFill>
                <a:latin typeface="Times New Roman" panose="02020603050405020304" pitchFamily="18" charset="0"/>
              </a:rPr>
              <a:t> </a:t>
            </a:r>
            <a:r>
              <a:rPr lang="en-US" altLang="en-US" sz="2400" dirty="0" err="1">
                <a:solidFill>
                  <a:srgbClr val="181818"/>
                </a:solidFill>
                <a:latin typeface="Times New Roman" panose="02020603050405020304" pitchFamily="18" charset="0"/>
              </a:rPr>
              <a:t>in</a:t>
            </a:r>
            <a:r>
              <a:rPr lang="en-US" altLang="en-US" sz="2400" dirty="0">
                <a:solidFill>
                  <a:srgbClr val="181818"/>
                </a:solidFill>
                <a:latin typeface="Times New Roman" panose="02020603050405020304" pitchFamily="18" charset="0"/>
              </a:rPr>
              <a:t> </a:t>
            </a:r>
            <a:r>
              <a:rPr lang="en-US" altLang="en-US" sz="2400" dirty="0">
                <a:solidFill>
                  <a:srgbClr val="FF0000"/>
                </a:solidFill>
                <a:latin typeface="Times New Roman" panose="02020603050405020304" pitchFamily="18" charset="0"/>
              </a:rPr>
              <a:t>CloudHub 2.0</a:t>
            </a:r>
            <a:r>
              <a:rPr lang="en-US" altLang="en-US" sz="2400" dirty="0">
                <a:solidFill>
                  <a:srgbClr val="181818"/>
                </a:solidFill>
                <a:latin typeface="Times New Roman" panose="02020603050405020304" pitchFamily="18" charset="0"/>
              </a:rPr>
              <a:t>.</a:t>
            </a:r>
            <a:endParaRPr lang="en-US" altLang="en-US" sz="2400" dirty="0">
              <a:solidFill>
                <a:srgbClr val="181818"/>
              </a:solidFill>
              <a:latin typeface="Times New Roman" panose="02020603050405020304" pitchFamily="18" charset="0"/>
            </a:endParaRPr>
          </a:p>
          <a:p>
            <a:pPr marL="0" indent="0" eaLnBrk="0" fontAlgn="base" hangingPunct="0">
              <a:spcBef>
                <a:spcPct val="0"/>
              </a:spcBef>
              <a:spcAft>
                <a:spcPct val="0"/>
              </a:spcAft>
              <a:buClrTx/>
              <a:buSzTx/>
              <a:buNone/>
            </a:pPr>
            <a:r>
              <a:rPr lang="en-US" altLang="en-US" sz="2400" dirty="0">
                <a:solidFill>
                  <a:srgbClr val="181818"/>
                </a:solidFill>
                <a:latin typeface="Times New Roman" panose="02020603050405020304" pitchFamily="18" charset="0"/>
              </a:rPr>
              <a:t> </a:t>
            </a:r>
            <a:endParaRPr lang="en-US" altLang="en-US" sz="2400" dirty="0">
              <a:solidFill>
                <a:srgbClr val="181818"/>
              </a:solidFill>
              <a:latin typeface="Times New Roman" panose="02020603050405020304" pitchFamily="18" charset="0"/>
            </a:endParaRPr>
          </a:p>
          <a:p>
            <a:endParaRPr lang="en-US" dirty="0"/>
          </a:p>
        </p:txBody>
      </p:sp>
      <p:sp>
        <p:nvSpPr>
          <p:cNvPr id="4" name="Rectangle 1"/>
          <p:cNvSpPr>
            <a:spLocks noChangeArrowheads="1"/>
          </p:cNvSpPr>
          <p:nvPr/>
        </p:nvSpPr>
        <p:spPr bwMode="auto">
          <a:xfrm>
            <a:off x="0" y="43934"/>
            <a:ext cx="184731" cy="369332"/>
          </a:xfrm>
          <a:prstGeom prst="rect">
            <a:avLst/>
          </a:prstGeom>
          <a:solidFill>
            <a:srgbClr val="FEFEFE"/>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5" name="AutoShape 2" descr="Leaving the Site">
            <a:hlinkClick r:id="rId1"/>
          </p:cNvPr>
          <p:cNvSpPr>
            <a:spLocks noChangeAspect="1" noChangeArrowheads="1"/>
          </p:cNvSpPr>
          <p:nvPr/>
        </p:nvSpPr>
        <p:spPr bwMode="auto">
          <a:xfrm>
            <a:off x="3870325" y="-53975"/>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CloudHub</a:t>
            </a:r>
            <a:endParaRPr lang="en-US" dirty="0"/>
          </a:p>
        </p:txBody>
      </p:sp>
      <p:sp>
        <p:nvSpPr>
          <p:cNvPr id="3" name="Content Placeholder 2"/>
          <p:cNvSpPr>
            <a:spLocks noGrp="1"/>
          </p:cNvSpPr>
          <p:nvPr>
            <p:ph idx="1"/>
          </p:nvPr>
        </p:nvSpPr>
        <p:spPr/>
        <p:txBody>
          <a:bodyPr/>
          <a:lstStyle/>
          <a:p>
            <a:endParaRPr lang="en-US" sz="2400" dirty="0">
              <a:solidFill>
                <a:srgbClr val="181818"/>
              </a:solidFill>
              <a:latin typeface="Times New Roman" panose="02020603050405020304" pitchFamily="18" charset="0"/>
            </a:endParaRPr>
          </a:p>
          <a:p>
            <a:r>
              <a:rPr lang="en-US" sz="2400" dirty="0" err="1">
                <a:solidFill>
                  <a:srgbClr val="181818"/>
                </a:solidFill>
                <a:latin typeface="Times New Roman" panose="02020603050405020304" pitchFamily="18" charset="0"/>
              </a:rPr>
              <a:t>CloudHub</a:t>
            </a:r>
            <a:r>
              <a:rPr lang="en-US" sz="2400" dirty="0">
                <a:solidFill>
                  <a:srgbClr val="181818"/>
                </a:solidFill>
                <a:latin typeface="Times New Roman" panose="02020603050405020304" pitchFamily="18" charset="0"/>
              </a:rPr>
              <a:t> is a complete integration platform as a service (iPaaS) that provides server functionality for you to deploy your applications without having to configure a hosting environment.</a:t>
            </a:r>
            <a:endParaRPr lang="en-US" sz="2400" dirty="0">
              <a:solidFill>
                <a:srgbClr val="181818"/>
              </a:solidFill>
              <a:latin typeface="Times New Roman" panose="02020603050405020304" pitchFamily="18" charset="0"/>
            </a:endParaRPr>
          </a:p>
          <a:p>
            <a:pPr marL="82550" indent="0">
              <a:buNone/>
            </a:pPr>
            <a:endParaRPr lang="en-US" sz="2400" dirty="0">
              <a:solidFill>
                <a:srgbClr val="181818"/>
              </a:solidFill>
              <a:latin typeface="Times New Roman" panose="02020603050405020304" pitchFamily="18" charset="0"/>
            </a:endParaRPr>
          </a:p>
          <a:p>
            <a:r>
              <a:rPr lang="en-US" sz="2400" dirty="0">
                <a:solidFill>
                  <a:srgbClr val="181818"/>
                </a:solidFill>
                <a:latin typeface="Times New Roman" panose="02020603050405020304" pitchFamily="18" charset="0"/>
              </a:rPr>
              <a:t> Based on your contract, you control how many resources to assign to your application.</a:t>
            </a:r>
            <a:endParaRPr lang="en-US" sz="2400" dirty="0">
              <a:solidFill>
                <a:srgbClr val="181818"/>
              </a:solidFill>
              <a:latin typeface="Times New Roman" panose="02020603050405020304" pitchFamily="18" charset="0"/>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Hybrid:</a:t>
            </a:r>
            <a:br>
              <a:rPr lang="en-US" dirty="0"/>
            </a:br>
            <a:endParaRPr lang="en-US" dirty="0"/>
          </a:p>
        </p:txBody>
      </p:sp>
      <p:sp>
        <p:nvSpPr>
          <p:cNvPr id="3" name="Content Placeholder 2"/>
          <p:cNvSpPr>
            <a:spLocks noGrp="1"/>
          </p:cNvSpPr>
          <p:nvPr>
            <p:ph idx="1"/>
          </p:nvPr>
        </p:nvSpPr>
        <p:spPr>
          <a:xfrm>
            <a:off x="1435608" y="1066800"/>
            <a:ext cx="7498080" cy="5181600"/>
          </a:xfrm>
        </p:spPr>
        <p:txBody>
          <a:bodyPr>
            <a:normAutofit/>
          </a:bodyPr>
          <a:lstStyle/>
          <a:p>
            <a:pPr algn="just"/>
            <a:r>
              <a:rPr lang="en-US" sz="2400" dirty="0">
                <a:solidFill>
                  <a:srgbClr val="181818"/>
                </a:solidFill>
                <a:latin typeface="Times New Roman" panose="02020603050405020304" pitchFamily="18" charset="0"/>
              </a:rPr>
              <a:t>With the hybrid deployment option, you deploy your applications from the </a:t>
            </a:r>
            <a:r>
              <a:rPr lang="en-US" sz="2400" dirty="0">
                <a:solidFill>
                  <a:srgbClr val="FF0000"/>
                </a:solidFill>
                <a:latin typeface="Times New Roman" panose="02020603050405020304" pitchFamily="18" charset="0"/>
              </a:rPr>
              <a:t>Runtime Manager </a:t>
            </a:r>
            <a:r>
              <a:rPr lang="en-US" sz="2400" dirty="0">
                <a:solidFill>
                  <a:srgbClr val="181818"/>
                </a:solidFill>
                <a:latin typeface="Times New Roman" panose="02020603050405020304" pitchFamily="18" charset="0"/>
              </a:rPr>
              <a:t>cloud console to your Mule servers and use Runtime Manager to manage them. </a:t>
            </a:r>
            <a:endParaRPr lang="en-US" sz="2400" dirty="0">
              <a:solidFill>
                <a:srgbClr val="181818"/>
              </a:solidFill>
              <a:latin typeface="Times New Roman" panose="02020603050405020304" pitchFamily="18" charset="0"/>
            </a:endParaRPr>
          </a:p>
          <a:p>
            <a:pPr algn="just"/>
            <a:r>
              <a:rPr lang="en-US" sz="2400" dirty="0">
                <a:solidFill>
                  <a:srgbClr val="181818"/>
                </a:solidFill>
                <a:latin typeface="Times New Roman" panose="02020603050405020304" pitchFamily="18" charset="0"/>
              </a:rPr>
              <a:t>This option provides you with </a:t>
            </a:r>
            <a:r>
              <a:rPr lang="en-US" sz="2400" dirty="0">
                <a:solidFill>
                  <a:srgbClr val="FF0000"/>
                </a:solidFill>
                <a:latin typeface="Times New Roman" panose="02020603050405020304" pitchFamily="18" charset="0"/>
              </a:rPr>
              <a:t>flexibility and control over your on-premises security</a:t>
            </a:r>
            <a:r>
              <a:rPr lang="en-US" sz="2400" dirty="0">
                <a:solidFill>
                  <a:srgbClr val="181818"/>
                </a:solidFill>
                <a:latin typeface="Times New Roman" panose="02020603050405020304" pitchFamily="18" charset="0"/>
              </a:rPr>
              <a:t> but requires you to provide the hosting infrastructure.</a:t>
            </a:r>
            <a:endParaRPr lang="en-US" sz="2400" dirty="0">
              <a:solidFill>
                <a:srgbClr val="181818"/>
              </a:solidFill>
              <a:latin typeface="Times New Roman" panose="02020603050405020304" pitchFamily="18" charset="0"/>
            </a:endParaRPr>
          </a:p>
          <a:p>
            <a:pPr algn="just"/>
            <a:r>
              <a:rPr lang="en-US" sz="2400" dirty="0">
                <a:solidFill>
                  <a:srgbClr val="181818"/>
                </a:solidFill>
                <a:latin typeface="Times New Roman" panose="02020603050405020304" pitchFamily="18" charset="0"/>
              </a:rPr>
              <a:t>To use the hybrid option, you </a:t>
            </a:r>
            <a:endParaRPr lang="en-US" sz="2400" dirty="0">
              <a:solidFill>
                <a:srgbClr val="181818"/>
              </a:solidFill>
              <a:latin typeface="Times New Roman" panose="02020603050405020304" pitchFamily="18" charset="0"/>
            </a:endParaRPr>
          </a:p>
          <a:p>
            <a:pPr lvl="1" algn="just"/>
            <a:r>
              <a:rPr lang="en-US" sz="2000" dirty="0">
                <a:solidFill>
                  <a:srgbClr val="181818"/>
                </a:solidFill>
                <a:latin typeface="Times New Roman" panose="02020603050405020304" pitchFamily="18" charset="0"/>
              </a:rPr>
              <a:t>first register your Mule servers with the Runtime Manager agent. </a:t>
            </a:r>
            <a:endParaRPr lang="en-US" sz="2000" dirty="0">
              <a:solidFill>
                <a:srgbClr val="181818"/>
              </a:solidFill>
              <a:latin typeface="Times New Roman" panose="02020603050405020304" pitchFamily="18" charset="0"/>
            </a:endParaRPr>
          </a:p>
          <a:p>
            <a:pPr lvl="1" algn="just"/>
            <a:r>
              <a:rPr lang="en-US" sz="2000" dirty="0">
                <a:solidFill>
                  <a:srgbClr val="181818"/>
                </a:solidFill>
                <a:latin typeface="Times New Roman" panose="02020603050405020304" pitchFamily="18" charset="0"/>
              </a:rPr>
              <a:t>Then, from Runtime Manager, you can optionally add those servers to server groups or clusters to provide high availability.</a:t>
            </a:r>
            <a:endParaRPr lang="en-US" sz="2000" dirty="0">
              <a:solidFill>
                <a:srgbClr val="181818"/>
              </a:solidFill>
              <a:latin typeface="Times New Roman" panose="02020603050405020304" pitchFamily="18" charset="0"/>
            </a:endParaRPr>
          </a:p>
          <a:p>
            <a:pPr lvl="1" algn="just"/>
            <a:r>
              <a:rPr lang="en-US" sz="2000" dirty="0">
                <a:solidFill>
                  <a:srgbClr val="181818"/>
                </a:solidFill>
                <a:latin typeface="Times New Roman" panose="02020603050405020304" pitchFamily="18" charset="0"/>
              </a:rPr>
              <a:t> Finally, you deploy your applications from Runtime Manager to either a server, server group, or cluster.</a:t>
            </a:r>
            <a:endParaRPr lang="en-US" sz="2000" dirty="0">
              <a:solidFill>
                <a:srgbClr val="181818"/>
              </a:solidFill>
              <a:latin typeface="Times New Roman" panose="02020603050405020304" pitchFamily="18" charset="0"/>
            </a:endParaRPr>
          </a:p>
          <a:p>
            <a:pPr marL="82550" indent="0">
              <a:buNone/>
            </a:pPr>
            <a:endParaRPr lang="en-US"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sz="3600" dirty="0" err="1"/>
              <a:t>Anypoint</a:t>
            </a:r>
            <a:r>
              <a:rPr lang="en-IN" sz="3600" dirty="0"/>
              <a:t> Platform Private Cloud Edition</a:t>
            </a:r>
            <a:br>
              <a:rPr lang="en-IN" b="1" dirty="0">
                <a:effectLst/>
              </a:rPr>
            </a:br>
            <a:endParaRPr lang="en-US" dirty="0"/>
          </a:p>
        </p:txBody>
      </p:sp>
      <p:sp>
        <p:nvSpPr>
          <p:cNvPr id="3" name="Content Placeholder 2"/>
          <p:cNvSpPr>
            <a:spLocks noGrp="1"/>
          </p:cNvSpPr>
          <p:nvPr>
            <p:ph idx="1"/>
          </p:nvPr>
        </p:nvSpPr>
        <p:spPr/>
        <p:txBody>
          <a:bodyPr>
            <a:normAutofit/>
          </a:bodyPr>
          <a:lstStyle/>
          <a:p>
            <a:r>
              <a:rPr lang="en-US" sz="2600" dirty="0">
                <a:solidFill>
                  <a:srgbClr val="181818"/>
                </a:solidFill>
                <a:latin typeface="Times New Roman" panose="02020603050405020304" pitchFamily="18" charset="0"/>
              </a:rPr>
              <a:t>Anypoint Platform Private Cloud Edition is a containerized distribution of the </a:t>
            </a:r>
            <a:r>
              <a:rPr lang="en-US" sz="2600" dirty="0">
                <a:solidFill>
                  <a:srgbClr val="FF0000"/>
                </a:solidFill>
                <a:latin typeface="Times New Roman" panose="02020603050405020304" pitchFamily="18" charset="0"/>
              </a:rPr>
              <a:t>management and engagement capabilities of Anypoint Platform that you host on-premises</a:t>
            </a:r>
            <a:r>
              <a:rPr lang="en-US" sz="2600" dirty="0">
                <a:solidFill>
                  <a:srgbClr val="181818"/>
                </a:solidFill>
                <a:latin typeface="Times New Roman" panose="02020603050405020304" pitchFamily="18" charset="0"/>
              </a:rPr>
              <a:t> or in your organization’s private cloud environment.</a:t>
            </a:r>
            <a:endParaRPr lang="en-US" sz="2600" dirty="0">
              <a:solidFill>
                <a:srgbClr val="181818"/>
              </a:solidFill>
              <a:latin typeface="Times New Roman" panose="02020603050405020304" pitchFamily="18" charset="0"/>
            </a:endParaRPr>
          </a:p>
          <a:p>
            <a:endParaRPr lang="en-US" sz="2600" dirty="0">
              <a:solidFill>
                <a:srgbClr val="181818"/>
              </a:solidFill>
              <a:latin typeface="Times New Roman" panose="02020603050405020304" pitchFamily="18" charset="0"/>
            </a:endParaRPr>
          </a:p>
          <a:p>
            <a:r>
              <a:rPr lang="en-US" sz="2600" dirty="0">
                <a:solidFill>
                  <a:srgbClr val="181818"/>
                </a:solidFill>
                <a:latin typeface="Times New Roman" panose="02020603050405020304" pitchFamily="18" charset="0"/>
              </a:rPr>
              <a:t>If your organization has strict regulatory or compliance </a:t>
            </a:r>
            <a:r>
              <a:rPr lang="en-US" sz="2600" dirty="0">
                <a:solidFill>
                  <a:srgbClr val="FF0000"/>
                </a:solidFill>
                <a:latin typeface="Times New Roman" panose="02020603050405020304" pitchFamily="18" charset="0"/>
              </a:rPr>
              <a:t>requirements</a:t>
            </a:r>
            <a:r>
              <a:rPr lang="en-US" sz="2600" dirty="0">
                <a:solidFill>
                  <a:srgbClr val="181818"/>
                </a:solidFill>
                <a:latin typeface="Times New Roman" panose="02020603050405020304" pitchFamily="18" charset="0"/>
              </a:rPr>
              <a:t> </a:t>
            </a:r>
            <a:r>
              <a:rPr lang="en-US" sz="2600" dirty="0">
                <a:solidFill>
                  <a:srgbClr val="FF0000"/>
                </a:solidFill>
                <a:latin typeface="Times New Roman" panose="02020603050405020304" pitchFamily="18" charset="0"/>
              </a:rPr>
              <a:t>that</a:t>
            </a:r>
            <a:r>
              <a:rPr lang="en-US" sz="2600" dirty="0">
                <a:solidFill>
                  <a:srgbClr val="181818"/>
                </a:solidFill>
                <a:latin typeface="Times New Roman" panose="02020603050405020304" pitchFamily="18" charset="0"/>
              </a:rPr>
              <a:t> </a:t>
            </a:r>
            <a:r>
              <a:rPr lang="en-US" sz="2600" dirty="0">
                <a:solidFill>
                  <a:srgbClr val="FF0000"/>
                </a:solidFill>
                <a:latin typeface="Times New Roman" panose="02020603050405020304" pitchFamily="18" charset="0"/>
              </a:rPr>
              <a:t>limit the use of cloud solutions</a:t>
            </a:r>
            <a:r>
              <a:rPr lang="en-US" sz="2600" dirty="0">
                <a:solidFill>
                  <a:srgbClr val="181818"/>
                </a:solidFill>
                <a:latin typeface="Times New Roman" panose="02020603050405020304" pitchFamily="18" charset="0"/>
              </a:rPr>
              <a:t>, you can use Anypoint Platform PCE to deploy and host your applications on-premises.</a:t>
            </a:r>
            <a:endParaRPr lang="en-US" sz="2600" dirty="0">
              <a:solidFill>
                <a:srgbClr val="181818"/>
              </a:solidFill>
              <a:latin typeface="Times New Roman" panose="02020603050405020304" pitchFamily="18" charset="0"/>
            </a:endParaRPr>
          </a:p>
          <a:p>
            <a:endParaRPr lang="en-US"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600" dirty="0"/>
              <a:t>Anypoint Runtime Fabric Deployments</a:t>
            </a:r>
            <a:endParaRPr lang="en-US" sz="3600" dirty="0"/>
          </a:p>
        </p:txBody>
      </p:sp>
      <p:sp>
        <p:nvSpPr>
          <p:cNvPr id="3" name="Content Placeholder 2"/>
          <p:cNvSpPr>
            <a:spLocks noGrp="1"/>
          </p:cNvSpPr>
          <p:nvPr>
            <p:ph idx="1"/>
          </p:nvPr>
        </p:nvSpPr>
        <p:spPr/>
        <p:txBody>
          <a:bodyPr>
            <a:normAutofit/>
          </a:bodyPr>
          <a:lstStyle/>
          <a:p>
            <a:r>
              <a:rPr lang="en-US" sz="2400" dirty="0">
                <a:solidFill>
                  <a:srgbClr val="181818"/>
                </a:solidFill>
                <a:latin typeface="Times New Roman" panose="02020603050405020304" pitchFamily="18" charset="0"/>
              </a:rPr>
              <a:t>Anypoint Runtime Fabric is a container service that automates the deployment of Mule applications and API gateways. </a:t>
            </a:r>
            <a:endParaRPr lang="en-US" sz="2400" dirty="0">
              <a:solidFill>
                <a:srgbClr val="181818"/>
              </a:solidFill>
              <a:latin typeface="Times New Roman" panose="02020603050405020304" pitchFamily="18" charset="0"/>
            </a:endParaRPr>
          </a:p>
          <a:p>
            <a:r>
              <a:rPr lang="en-US" sz="2400" dirty="0">
                <a:solidFill>
                  <a:srgbClr val="FF0000"/>
                </a:solidFill>
                <a:latin typeface="Times New Roman" panose="02020603050405020304" pitchFamily="18" charset="0"/>
              </a:rPr>
              <a:t>Runtime Fabric runs within a customer-managed infrastructure on AWS, Azure, virtual machines (VMs), and bare-metal servers.</a:t>
            </a:r>
            <a:endParaRPr lang="en-US" sz="2400" dirty="0">
              <a:solidFill>
                <a:srgbClr val="FF0000"/>
              </a:solidFill>
              <a:latin typeface="Times New Roman" panose="02020603050405020304" pitchFamily="18" charset="0"/>
            </a:endParaRPr>
          </a:p>
          <a:p>
            <a:r>
              <a:rPr lang="en-US" sz="2400" dirty="0">
                <a:solidFill>
                  <a:srgbClr val="181818"/>
                </a:solidFill>
                <a:latin typeface="Times New Roman" panose="02020603050405020304" pitchFamily="18" charset="0"/>
              </a:rPr>
              <a:t>To use the Runtime Fabric option, you first create a Runtime Fabric using Runtime Manager. Then, you install Runtime Fabric on your infrastructure. </a:t>
            </a:r>
            <a:endParaRPr lang="en-US" sz="2400" dirty="0">
              <a:solidFill>
                <a:srgbClr val="181818"/>
              </a:solidFill>
              <a:latin typeface="Times New Roman" panose="02020603050405020304" pitchFamily="18" charset="0"/>
            </a:endParaRPr>
          </a:p>
          <a:p>
            <a:r>
              <a:rPr lang="en-US" sz="2400" dirty="0">
                <a:solidFill>
                  <a:srgbClr val="181818"/>
                </a:solidFill>
                <a:latin typeface="Times New Roman" panose="02020603050405020304" pitchFamily="18" charset="0"/>
              </a:rPr>
              <a:t>Finally, you deploy your applications from the Runtime Manager cloud console to the Runtime Fabric you created</a:t>
            </a:r>
            <a:endParaRPr lang="en-US" sz="2400" dirty="0">
              <a:solidFill>
                <a:srgbClr val="181818"/>
              </a:solidFill>
              <a:latin typeface="Times New Roman" panose="02020603050405020304" pitchFamily="18" charset="0"/>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35608" y="274638"/>
            <a:ext cx="7498080" cy="715962"/>
          </a:xfrm>
        </p:spPr>
        <p:txBody>
          <a:bodyPr>
            <a:normAutofit fontScale="90000"/>
          </a:bodyPr>
          <a:lstStyle/>
          <a:p>
            <a:br>
              <a:rPr lang="en-IN" b="1" dirty="0">
                <a:effectLst/>
              </a:rPr>
            </a:br>
            <a:r>
              <a:rPr lang="en-IN" b="1" dirty="0">
                <a:effectLst/>
              </a:rPr>
              <a:t>Mule Events</a:t>
            </a:r>
            <a:br>
              <a:rPr lang="en-IN" b="1" dirty="0">
                <a:effectLst/>
              </a:rPr>
            </a:br>
            <a:endParaRPr lang="en-US" dirty="0"/>
          </a:p>
        </p:txBody>
      </p:sp>
      <p:sp>
        <p:nvSpPr>
          <p:cNvPr id="3" name="Content Placeholder 2"/>
          <p:cNvSpPr>
            <a:spLocks noGrp="1"/>
          </p:cNvSpPr>
          <p:nvPr>
            <p:ph idx="1"/>
          </p:nvPr>
        </p:nvSpPr>
        <p:spPr>
          <a:xfrm>
            <a:off x="1435608" y="1447800"/>
            <a:ext cx="7498080" cy="4800600"/>
          </a:xfrm>
        </p:spPr>
        <p:txBody>
          <a:bodyPr>
            <a:normAutofit fontScale="85000" lnSpcReduction="10000"/>
          </a:bodyPr>
          <a:lstStyle/>
          <a:p>
            <a:pPr algn="just"/>
            <a:r>
              <a:rPr lang="en-US" sz="2600" dirty="0">
                <a:solidFill>
                  <a:srgbClr val="181818"/>
                </a:solidFill>
                <a:latin typeface="Times New Roman" panose="02020603050405020304" pitchFamily="18" charset="0"/>
              </a:rPr>
              <a:t>In MuleSoft integration, events play a crucial role in ensuring communication between two or more flows.</a:t>
            </a:r>
            <a:endParaRPr lang="en-US" sz="2600" dirty="0">
              <a:solidFill>
                <a:srgbClr val="181818"/>
              </a:solidFill>
              <a:latin typeface="Times New Roman" panose="02020603050405020304" pitchFamily="18" charset="0"/>
            </a:endParaRPr>
          </a:p>
          <a:p>
            <a:pPr algn="just"/>
            <a:endParaRPr lang="en-US" sz="2600" dirty="0">
              <a:solidFill>
                <a:srgbClr val="181818"/>
              </a:solidFill>
              <a:latin typeface="Times New Roman" panose="02020603050405020304" pitchFamily="18" charset="0"/>
            </a:endParaRPr>
          </a:p>
          <a:p>
            <a:pPr algn="just"/>
            <a:r>
              <a:rPr lang="en-US" sz="2600" dirty="0">
                <a:solidFill>
                  <a:srgbClr val="181818"/>
                </a:solidFill>
                <a:latin typeface="Times New Roman" panose="02020603050405020304" pitchFamily="18" charset="0"/>
              </a:rPr>
              <a:t>Within MuleSoft's Anypoint Studio, each flow that is triggered operates with its event and can make it possible to transfer data and control from one flow to another</a:t>
            </a:r>
            <a:endParaRPr lang="en-US" sz="2600" dirty="0">
              <a:solidFill>
                <a:srgbClr val="181818"/>
              </a:solidFill>
              <a:latin typeface="Times New Roman" panose="02020603050405020304" pitchFamily="18" charset="0"/>
            </a:endParaRPr>
          </a:p>
          <a:p>
            <a:pPr algn="just"/>
            <a:endParaRPr lang="en-US" sz="2600" dirty="0">
              <a:solidFill>
                <a:srgbClr val="181818"/>
              </a:solidFill>
              <a:latin typeface="Times New Roman" panose="02020603050405020304" pitchFamily="18" charset="0"/>
            </a:endParaRPr>
          </a:p>
          <a:p>
            <a:pPr algn="just"/>
            <a:r>
              <a:rPr lang="en-US" sz="2600" dirty="0">
                <a:solidFill>
                  <a:srgbClr val="181818"/>
                </a:solidFill>
                <a:latin typeface="Times New Roman" panose="02020603050405020304" pitchFamily="18" charset="0"/>
              </a:rPr>
              <a:t>A Mule event contains the core information </a:t>
            </a:r>
            <a:r>
              <a:rPr lang="en-US" sz="2600" dirty="0">
                <a:solidFill>
                  <a:srgbClr val="FF0000"/>
                </a:solidFill>
                <a:latin typeface="Times New Roman" panose="02020603050405020304" pitchFamily="18" charset="0"/>
              </a:rPr>
              <a:t>processed by the runtime</a:t>
            </a:r>
            <a:r>
              <a:rPr lang="en-US" sz="2600" dirty="0">
                <a:solidFill>
                  <a:srgbClr val="181818"/>
                </a:solidFill>
                <a:latin typeface="Times New Roman" panose="02020603050405020304" pitchFamily="18" charset="0"/>
              </a:rPr>
              <a:t>. It </a:t>
            </a:r>
            <a:r>
              <a:rPr lang="en-US" sz="2600" dirty="0">
                <a:solidFill>
                  <a:srgbClr val="FF0000"/>
                </a:solidFill>
                <a:latin typeface="Times New Roman" panose="02020603050405020304" pitchFamily="18" charset="0"/>
              </a:rPr>
              <a:t>travels through components inside your Mule app following the configured application logic</a:t>
            </a:r>
            <a:r>
              <a:rPr lang="en-US" sz="2600" dirty="0">
                <a:solidFill>
                  <a:srgbClr val="181818"/>
                </a:solidFill>
                <a:latin typeface="Times New Roman" panose="02020603050405020304" pitchFamily="18" charset="0"/>
              </a:rPr>
              <a:t>.</a:t>
            </a:r>
            <a:endParaRPr lang="en-US" sz="2600" dirty="0">
              <a:solidFill>
                <a:srgbClr val="181818"/>
              </a:solidFill>
              <a:latin typeface="Times New Roman" panose="02020603050405020304" pitchFamily="18" charset="0"/>
            </a:endParaRPr>
          </a:p>
          <a:p>
            <a:pPr algn="just"/>
            <a:endParaRPr lang="en-US" sz="2600" dirty="0">
              <a:solidFill>
                <a:srgbClr val="181818"/>
              </a:solidFill>
              <a:latin typeface="Times New Roman" panose="02020603050405020304" pitchFamily="18" charset="0"/>
            </a:endParaRPr>
          </a:p>
          <a:p>
            <a:pPr algn="just"/>
            <a:r>
              <a:rPr lang="en-US" sz="2600" dirty="0">
                <a:solidFill>
                  <a:srgbClr val="181818"/>
                </a:solidFill>
                <a:latin typeface="Times New Roman" panose="02020603050405020304" pitchFamily="18" charset="0"/>
              </a:rPr>
              <a:t>Mule event is </a:t>
            </a:r>
            <a:r>
              <a:rPr lang="en-US" sz="2600" dirty="0">
                <a:solidFill>
                  <a:srgbClr val="FF0000"/>
                </a:solidFill>
                <a:latin typeface="Times New Roman" panose="02020603050405020304" pitchFamily="18" charset="0"/>
              </a:rPr>
              <a:t>immutable</a:t>
            </a:r>
            <a:r>
              <a:rPr lang="en-US" sz="2600" dirty="0">
                <a:solidFill>
                  <a:srgbClr val="181818"/>
                </a:solidFill>
                <a:latin typeface="Times New Roman" panose="02020603050405020304" pitchFamily="18" charset="0"/>
              </a:rPr>
              <a:t>, so every change to an instance of a Mule event results in the creation of a </a:t>
            </a:r>
            <a:r>
              <a:rPr lang="en-US" sz="2600" dirty="0">
                <a:solidFill>
                  <a:srgbClr val="FF0000"/>
                </a:solidFill>
                <a:latin typeface="Times New Roman" panose="02020603050405020304" pitchFamily="18" charset="0"/>
              </a:rPr>
              <a:t>new instance</a:t>
            </a:r>
            <a:r>
              <a:rPr lang="en-US" sz="2600" dirty="0">
                <a:solidFill>
                  <a:srgbClr val="181818"/>
                </a:solidFill>
                <a:latin typeface="Times New Roman" panose="02020603050405020304" pitchFamily="18" charset="0"/>
              </a:rPr>
              <a:t>.</a:t>
            </a:r>
            <a:endParaRPr lang="en-US" sz="2600" dirty="0">
              <a:solidFill>
                <a:srgbClr val="181818"/>
              </a:solidFill>
              <a:latin typeface="Times New Roman" panose="02020603050405020304" pitchFamily="18" charset="0"/>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435608" y="304800"/>
            <a:ext cx="7498080" cy="6400800"/>
          </a:xfrm>
        </p:spPr>
        <p:txBody>
          <a:bodyPr/>
          <a:lstStyle/>
          <a:p>
            <a:pPr algn="just"/>
            <a:r>
              <a:rPr lang="en-US" sz="2400" dirty="0">
                <a:solidFill>
                  <a:srgbClr val="181818"/>
                </a:solidFill>
                <a:latin typeface="Times New Roman" panose="02020603050405020304" pitchFamily="18" charset="0"/>
              </a:rPr>
              <a:t>A Mule event is composed of these objects:</a:t>
            </a:r>
            <a:endParaRPr lang="en-US" sz="2400" dirty="0">
              <a:solidFill>
                <a:srgbClr val="181818"/>
              </a:solidFill>
              <a:latin typeface="Times New Roman" panose="02020603050405020304" pitchFamily="18" charset="0"/>
            </a:endParaRPr>
          </a:p>
          <a:p>
            <a:pPr lvl="1" algn="just"/>
            <a:r>
              <a:rPr lang="en-US" sz="2000" dirty="0">
                <a:solidFill>
                  <a:srgbClr val="181818"/>
                </a:solidFill>
                <a:latin typeface="Times New Roman" panose="02020603050405020304" pitchFamily="18" charset="0"/>
              </a:rPr>
              <a:t>A Mule Message contains a message payload and its associated attributes.</a:t>
            </a:r>
            <a:endParaRPr lang="en-US" sz="2000" dirty="0">
              <a:solidFill>
                <a:srgbClr val="181818"/>
              </a:solidFill>
              <a:latin typeface="Times New Roman" panose="02020603050405020304" pitchFamily="18" charset="0"/>
            </a:endParaRPr>
          </a:p>
          <a:p>
            <a:pPr lvl="1" algn="just"/>
            <a:r>
              <a:rPr lang="en-US" sz="2000" dirty="0">
                <a:solidFill>
                  <a:srgbClr val="181818"/>
                </a:solidFill>
                <a:latin typeface="Times New Roman" panose="02020603050405020304" pitchFamily="18" charset="0"/>
              </a:rPr>
              <a:t>Variables are Mule event metadata that you use in your flow.</a:t>
            </a:r>
            <a:endParaRPr lang="en-US" sz="2000" dirty="0">
              <a:solidFill>
                <a:srgbClr val="181818"/>
              </a:solidFill>
              <a:latin typeface="Times New Roman" panose="02020603050405020304" pitchFamily="18" charset="0"/>
            </a:endParaRPr>
          </a:p>
          <a:p>
            <a:endParaRPr lang="en-US" dirty="0"/>
          </a:p>
        </p:txBody>
      </p:sp>
      <p:pic>
        <p:nvPicPr>
          <p:cNvPr id="5" name="Picture 4"/>
          <p:cNvPicPr>
            <a:picLocks noChangeAspect="1"/>
          </p:cNvPicPr>
          <p:nvPr/>
        </p:nvPicPr>
        <p:blipFill>
          <a:blip r:embed="rId1"/>
          <a:stretch>
            <a:fillRect/>
          </a:stretch>
        </p:blipFill>
        <p:spPr>
          <a:xfrm>
            <a:off x="2438400" y="2057400"/>
            <a:ext cx="5638800" cy="4256825"/>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371600" y="914400"/>
            <a:ext cx="7498080" cy="4800600"/>
          </a:xfrm>
        </p:spPr>
        <p:txBody>
          <a:bodyPr/>
          <a:lstStyle/>
          <a:p>
            <a:endParaRPr lang="en-US" sz="2600" dirty="0">
              <a:solidFill>
                <a:srgbClr val="181818"/>
              </a:solidFill>
              <a:latin typeface="Times New Roman" panose="02020603050405020304" pitchFamily="18" charset="0"/>
            </a:endParaRPr>
          </a:p>
          <a:p>
            <a:r>
              <a:rPr lang="en-US" sz="2600" dirty="0">
                <a:solidFill>
                  <a:srgbClr val="181818"/>
                </a:solidFill>
                <a:latin typeface="Times New Roman" panose="02020603050405020304" pitchFamily="18" charset="0"/>
              </a:rPr>
              <a:t>A Mule event source (message source) triggers the generation of a Mule event and dispatches that event to the flow. </a:t>
            </a:r>
            <a:endParaRPr lang="en-US" sz="2600" dirty="0">
              <a:solidFill>
                <a:srgbClr val="181818"/>
              </a:solidFill>
              <a:latin typeface="Times New Roman" panose="02020603050405020304" pitchFamily="18" charset="0"/>
            </a:endParaRPr>
          </a:p>
          <a:p>
            <a:endParaRPr lang="en-US" sz="2600" dirty="0">
              <a:solidFill>
                <a:srgbClr val="181818"/>
              </a:solidFill>
              <a:latin typeface="Times New Roman" panose="02020603050405020304" pitchFamily="18" charset="0"/>
            </a:endParaRPr>
          </a:p>
          <a:p>
            <a:r>
              <a:rPr lang="en-US" sz="2600" dirty="0">
                <a:solidFill>
                  <a:srgbClr val="181818"/>
                </a:solidFill>
                <a:latin typeface="Times New Roman" panose="02020603050405020304" pitchFamily="18" charset="0"/>
              </a:rPr>
              <a:t>Examples of event sources include triggers, such as the Scheduler, and listeners, such as the HTTP Listener.</a:t>
            </a:r>
            <a:endParaRPr lang="en-US" sz="2600" dirty="0">
              <a:solidFill>
                <a:srgbClr val="181818"/>
              </a:solidFill>
              <a:latin typeface="Times New Roman" panose="02020603050405020304" pitchFamily="18" charset="0"/>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p:cNvPicPr>
            <a:picLocks noGrp="1" noChangeAspect="1"/>
          </p:cNvPicPr>
          <p:nvPr>
            <p:ph idx="1"/>
          </p:nvPr>
        </p:nvPicPr>
        <p:blipFill>
          <a:blip r:embed="rId1"/>
          <a:stretch>
            <a:fillRect/>
          </a:stretch>
        </p:blipFill>
        <p:spPr>
          <a:xfrm>
            <a:off x="1295400" y="2819401"/>
            <a:ext cx="7216938" cy="4038600"/>
          </a:xfrm>
          <a:prstGeom prst="rect">
            <a:avLst/>
          </a:prstGeom>
        </p:spPr>
      </p:pic>
      <p:sp>
        <p:nvSpPr>
          <p:cNvPr id="6" name="TextBox 5"/>
          <p:cNvSpPr txBox="1"/>
          <p:nvPr/>
        </p:nvSpPr>
        <p:spPr>
          <a:xfrm>
            <a:off x="1600200" y="762000"/>
            <a:ext cx="7086600" cy="1815882"/>
          </a:xfrm>
          <a:prstGeom prst="rect">
            <a:avLst/>
          </a:prstGeom>
          <a:noFill/>
        </p:spPr>
        <p:txBody>
          <a:bodyPr wrap="square">
            <a:spAutoFit/>
          </a:bodyPr>
          <a:lstStyle/>
          <a:p>
            <a:pPr algn="l">
              <a:spcBef>
                <a:spcPts val="750"/>
              </a:spcBef>
              <a:spcAft>
                <a:spcPts val="750"/>
              </a:spcAft>
              <a:buFont typeface="+mj-lt"/>
              <a:buAutoNum type="arabicPeriod"/>
            </a:pPr>
            <a:r>
              <a:rPr lang="en-US" b="0" i="0" dirty="0">
                <a:solidFill>
                  <a:srgbClr val="181818"/>
                </a:solidFill>
                <a:effectLst/>
                <a:latin typeface="Salesforce Sans"/>
              </a:rPr>
              <a:t>A trigger reaches the event source.</a:t>
            </a:r>
            <a:endParaRPr lang="en-US" b="0" i="0" dirty="0">
              <a:solidFill>
                <a:srgbClr val="181818"/>
              </a:solidFill>
              <a:effectLst/>
              <a:latin typeface="Salesforce Sans"/>
            </a:endParaRPr>
          </a:p>
          <a:p>
            <a:pPr algn="l">
              <a:spcBef>
                <a:spcPts val="750"/>
              </a:spcBef>
              <a:spcAft>
                <a:spcPts val="750"/>
              </a:spcAft>
              <a:buFont typeface="+mj-lt"/>
              <a:buAutoNum type="arabicPeriod"/>
            </a:pPr>
            <a:r>
              <a:rPr lang="en-US" b="0" i="0" dirty="0">
                <a:solidFill>
                  <a:srgbClr val="181818"/>
                </a:solidFill>
                <a:effectLst/>
                <a:latin typeface="Salesforce Sans"/>
              </a:rPr>
              <a:t>The event source produces a Mule event.</a:t>
            </a:r>
            <a:endParaRPr lang="en-US" b="0" i="0" dirty="0">
              <a:solidFill>
                <a:srgbClr val="181818"/>
              </a:solidFill>
              <a:effectLst/>
              <a:latin typeface="Salesforce Sans"/>
            </a:endParaRPr>
          </a:p>
          <a:p>
            <a:pPr algn="l">
              <a:spcBef>
                <a:spcPts val="750"/>
              </a:spcBef>
              <a:spcAft>
                <a:spcPts val="750"/>
              </a:spcAft>
              <a:buFont typeface="+mj-lt"/>
              <a:buAutoNum type="arabicPeriod"/>
            </a:pPr>
            <a:r>
              <a:rPr lang="en-US" b="0" i="0" dirty="0">
                <a:solidFill>
                  <a:srgbClr val="181818"/>
                </a:solidFill>
                <a:effectLst/>
                <a:latin typeface="Salesforce Sans"/>
              </a:rPr>
              <a:t>The Mule event travels sequentially through the components of a flow.</a:t>
            </a:r>
            <a:endParaRPr lang="en-US" b="0" i="0" dirty="0">
              <a:solidFill>
                <a:srgbClr val="181818"/>
              </a:solidFill>
              <a:effectLst/>
              <a:latin typeface="Salesforce Sans"/>
            </a:endParaRPr>
          </a:p>
          <a:p>
            <a:pPr algn="l">
              <a:spcBef>
                <a:spcPts val="750"/>
              </a:spcBef>
              <a:spcAft>
                <a:spcPts val="750"/>
              </a:spcAft>
              <a:buFont typeface="+mj-lt"/>
              <a:buAutoNum type="arabicPeriod"/>
            </a:pPr>
            <a:r>
              <a:rPr lang="en-US" b="0" i="0" dirty="0">
                <a:solidFill>
                  <a:srgbClr val="181818"/>
                </a:solidFill>
                <a:effectLst/>
                <a:latin typeface="Salesforce Sans"/>
              </a:rPr>
              <a:t>Each component interacts in a pre-defined manner with the Mule event.</a:t>
            </a:r>
            <a:endParaRPr lang="en-US" b="0" i="0" dirty="0">
              <a:solidFill>
                <a:srgbClr val="181818"/>
              </a:solidFill>
              <a:effectLst/>
              <a:latin typeface="Salesforce Sans"/>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notes</a:t>
            </a:r>
            <a:endParaRPr lang="en-US" dirty="0"/>
          </a:p>
        </p:txBody>
      </p:sp>
      <p:sp>
        <p:nvSpPr>
          <p:cNvPr id="3" name="Content Placeholder 2"/>
          <p:cNvSpPr>
            <a:spLocks noGrp="1"/>
          </p:cNvSpPr>
          <p:nvPr>
            <p:ph idx="1"/>
          </p:nvPr>
        </p:nvSpPr>
        <p:spPr/>
        <p:txBody>
          <a:bodyPr>
            <a:normAutofit fontScale="85000" lnSpcReduction="10000"/>
          </a:bodyPr>
          <a:lstStyle/>
          <a:p>
            <a:r>
              <a:rPr lang="en-US" dirty="0"/>
              <a:t>A Mule Event contains all the core information processed by the Mule runtime. A Mule event is triggered by a message source, such as a Listener or an HTTP request. These Mule Events are critical for the smooth execution of flows in an API creation. As we discussed earlier, each flow has its event, and thus events are immutable, which means a small change to an instance of a Mule event will create a whole new instance. When an event is triggered, all the core information like attributes, payload, and variables are passed to the next processor.</a:t>
            </a:r>
            <a:endParaRPr lang="en-US"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references</a:t>
            </a:r>
            <a:endParaRPr lang="en-US" dirty="0"/>
          </a:p>
        </p:txBody>
      </p:sp>
      <p:sp>
        <p:nvSpPr>
          <p:cNvPr id="3" name="Content Placeholder 2"/>
          <p:cNvSpPr>
            <a:spLocks noGrp="1"/>
          </p:cNvSpPr>
          <p:nvPr>
            <p:ph idx="1"/>
          </p:nvPr>
        </p:nvSpPr>
        <p:spPr/>
        <p:txBody>
          <a:bodyPr/>
          <a:lstStyle/>
          <a:p>
            <a:r>
              <a:rPr lang="en-IN" dirty="0"/>
              <a:t>Mule events</a:t>
            </a:r>
            <a:endParaRPr lang="en-IN" dirty="0"/>
          </a:p>
          <a:p>
            <a:pPr marL="82550" indent="0">
              <a:buNone/>
            </a:pPr>
            <a:r>
              <a:rPr lang="en-IN" dirty="0">
                <a:hlinkClick r:id="rId1"/>
              </a:rPr>
              <a:t>https://</a:t>
            </a:r>
            <a:r>
              <a:rPr lang="en-IN" dirty="0" smtClean="0">
                <a:hlinkClick r:id="rId1"/>
              </a:rPr>
              <a:t>dzone.com/articles/understanding-mule-events-in-mule-4</a:t>
            </a:r>
            <a:endParaRPr lang="en-IN" dirty="0" smtClean="0"/>
          </a:p>
          <a:p>
            <a:pPr marL="82550" indent="0">
              <a:buNone/>
            </a:pPr>
            <a:r>
              <a:rPr lang="en-US" dirty="0"/>
              <a:t>https://docs.mulesoft.com/runtime-manager/deployment-strategies</a:t>
            </a:r>
            <a:endParaRPr lang="en-US" dirty="0"/>
          </a:p>
          <a:p>
            <a:pPr marL="82550" indent="0">
              <a:buNone/>
            </a:pPr>
            <a:endParaRPr lang="en-US" dirty="0"/>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olstice">
  <a:themeElements>
    <a:clrScheme name="Solstice">
      <a:dk1>
        <a:sysClr val="windowText" lastClr="000000"/>
      </a:dk1>
      <a:lt1>
        <a:sysClr val="window" lastClr="FFFFFF"/>
      </a:lt1>
      <a:dk2>
        <a:srgbClr val="4F271C"/>
      </a:dk2>
      <a:lt2>
        <a:srgbClr val="E7DEC9"/>
      </a:lt2>
      <a:accent1>
        <a:srgbClr val="3891A7"/>
      </a:accent1>
      <a:accent2>
        <a:srgbClr val="FEB80A"/>
      </a:accent2>
      <a:accent3>
        <a:srgbClr val="C32D2E"/>
      </a:accent3>
      <a:accent4>
        <a:srgbClr val="84AA33"/>
      </a:accent4>
      <a:accent5>
        <a:srgbClr val="964305"/>
      </a:accent5>
      <a:accent6>
        <a:srgbClr val="475A8D"/>
      </a:accent6>
      <a:hlink>
        <a:srgbClr val="8DC765"/>
      </a:hlink>
      <a:folHlink>
        <a:srgbClr val="AA8A14"/>
      </a:folHlink>
    </a:clrScheme>
    <a:fontScheme name="Solstice">
      <a:majorFont>
        <a:latin typeface="Gill Sans MT"/>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a:ea typeface=""/>
        <a:cs typeface=""/>
        <a:font script="Grek" typeface="Corbel"/>
        <a:font script="Cyrl" typeface="Corbel"/>
        <a:font script="Jpan" typeface="HGｺﾞｼｯｸE"/>
        <a:font script="Hang" typeface="HY엽서L"/>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Solstice">
      <a:fillStyleLst>
        <a:solidFill>
          <a:schemeClr val="phClr"/>
        </a:solidFill>
        <a:gradFill rotWithShape="1">
          <a:gsLst>
            <a:gs pos="0">
              <a:schemeClr val="phClr">
                <a:tint val="35000"/>
                <a:satMod val="253000"/>
              </a:schemeClr>
            </a:gs>
            <a:gs pos="50000">
              <a:schemeClr val="phClr">
                <a:tint val="42000"/>
                <a:satMod val="255000"/>
              </a:schemeClr>
            </a:gs>
            <a:gs pos="97000">
              <a:schemeClr val="phClr">
                <a:tint val="53000"/>
                <a:satMod val="260000"/>
              </a:schemeClr>
            </a:gs>
            <a:gs pos="100000">
              <a:schemeClr val="phClr">
                <a:tint val="56000"/>
                <a:satMod val="275000"/>
              </a:schemeClr>
            </a:gs>
          </a:gsLst>
          <a:path path="circle">
            <a:fillToRect l="50000" t="50000" r="50000" b="50000"/>
          </a:path>
        </a:gradFill>
        <a:gradFill rotWithShape="1">
          <a:gsLst>
            <a:gs pos="0">
              <a:schemeClr val="phClr">
                <a:tint val="92000"/>
                <a:satMod val="170000"/>
              </a:schemeClr>
            </a:gs>
            <a:gs pos="15000">
              <a:schemeClr val="phClr">
                <a:tint val="92000"/>
                <a:shade val="99000"/>
                <a:satMod val="170000"/>
              </a:schemeClr>
            </a:gs>
            <a:gs pos="62000">
              <a:schemeClr val="phClr">
                <a:tint val="96000"/>
                <a:shade val="80000"/>
                <a:satMod val="170000"/>
              </a:schemeClr>
            </a:gs>
            <a:gs pos="97000">
              <a:schemeClr val="phClr">
                <a:tint val="98000"/>
                <a:shade val="63000"/>
                <a:satMod val="170000"/>
              </a:schemeClr>
            </a:gs>
            <a:gs pos="100000">
              <a:schemeClr val="phClr">
                <a:shade val="62000"/>
                <a:satMod val="170000"/>
              </a:schemeClr>
            </a:gs>
          </a:gsLst>
          <a:path path="circle">
            <a:fillToRect l="50000" t="50000" r="50000" b="50000"/>
          </a:path>
        </a:gradFill>
      </a:fillStyleLst>
      <a:lnStyleLst>
        <a:ln w="9525" cap="flat" cmpd="sng" algn="ctr">
          <a:solidFill>
            <a:schemeClr val="phClr"/>
          </a:solidFill>
          <a:prstDash val="solid"/>
        </a:ln>
        <a:ln w="25400" cap="flat" cmpd="sng" algn="ctr">
          <a:solidFill>
            <a:schemeClr val="phClr"/>
          </a:solidFill>
          <a:prstDash val="solid"/>
        </a:ln>
        <a:ln w="25400" cap="flat" cmpd="sng" algn="ctr">
          <a:solidFill>
            <a:schemeClr val="phClr"/>
          </a:solidFill>
          <a:prstDash val="solid"/>
        </a:ln>
      </a:lnStyleLst>
      <a:effectStyleLst>
        <a:effectStyle>
          <a:effectLst>
            <a:outerShdw blurRad="63500" dist="25400" dir="5400000" rotWithShape="0">
              <a:srgbClr val="000000">
                <a:alpha val="43137"/>
              </a:srgbClr>
            </a:outerShdw>
          </a:effectLst>
        </a:effectStyle>
        <a:effectStyle>
          <a:effectLst>
            <a:outerShdw blurRad="63500" dist="25400" dir="5400000" rotWithShape="0">
              <a:srgbClr val="000000">
                <a:alpha val="43137"/>
              </a:srgbClr>
            </a:outerShdw>
          </a:effectLst>
          <a:scene3d>
            <a:camera prst="orthographicFront" fov="0">
              <a:rot lat="0" lon="0" rev="0"/>
            </a:camera>
            <a:lightRig rig="brightRoom" dir="tl">
              <a:rot lat="0" lon="0" rev="8700000"/>
            </a:lightRig>
          </a:scene3d>
          <a:sp3d contourW="12700">
            <a:bevelT w="0" h="0"/>
            <a:contourClr>
              <a:schemeClr val="phClr">
                <a:shade val="80000"/>
              </a:schemeClr>
            </a:contourClr>
          </a:sp3d>
        </a:effectStyle>
        <a:effectStyle>
          <a:effectLst>
            <a:outerShdw blurRad="63500" dist="25400" dir="5400000" rotWithShape="0">
              <a:srgbClr val="000000">
                <a:alpha val="43137"/>
              </a:srgbClr>
            </a:outerShdw>
          </a:effectLst>
          <a:scene3d>
            <a:camera prst="orthographicFront" fov="0">
              <a:rot lat="0" lon="0" rev="0"/>
            </a:camera>
            <a:lightRig rig="brightRoom" dir="tl">
              <a:rot lat="0" lon="0" rev="5400000"/>
            </a:lightRig>
          </a:scene3d>
          <a:sp3d contourW="12700">
            <a:bevelT w="25400" h="50800" prst="angle"/>
            <a:contourClr>
              <a:schemeClr val="phClr"/>
            </a:contourClr>
          </a:sp3d>
        </a:effectStyle>
      </a:effectStyleLst>
      <a:bgFillStyleLst>
        <a:solidFill>
          <a:schemeClr val="phClr"/>
        </a:solidFill>
        <a:gradFill rotWithShape="1">
          <a:gsLst>
            <a:gs pos="0">
              <a:schemeClr val="phClr">
                <a:tint val="60000"/>
                <a:satMod val="355000"/>
              </a:schemeClr>
            </a:gs>
            <a:gs pos="40000">
              <a:schemeClr val="phClr">
                <a:tint val="85000"/>
                <a:satMod val="320000"/>
              </a:schemeClr>
            </a:gs>
            <a:gs pos="100000">
              <a:schemeClr val="phClr">
                <a:shade val="55000"/>
                <a:satMod val="300000"/>
              </a:schemeClr>
            </a:gs>
          </a:gsLst>
          <a:path path="circle">
            <a:fillToRect l="-24500" t="-20000" r="124500" b="120000"/>
          </a:path>
        </a:gradFill>
        <a:blipFill>
          <a:blip xmlns:r="http://schemas.openxmlformats.org/officeDocument/2006/relationships" r:embed="rId1">
            <a:duotone>
              <a:schemeClr val="phClr">
                <a:shade val="9000"/>
                <a:satMod val="300000"/>
              </a:schemeClr>
              <a:schemeClr val="phClr">
                <a:tint val="90000"/>
                <a:satMod val="225000"/>
              </a:schemeClr>
            </a:duotone>
          </a:blip>
          <a:tile tx="0" ty="0" sx="90000" sy="90000" flip="xy" algn="tl"/>
        </a:blip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Solstice</Template>
  <TotalTime>0</TotalTime>
  <Words>7366</Words>
  <Application>WPS Presentation</Application>
  <PresentationFormat>On-screen Show (4:3)</PresentationFormat>
  <Paragraphs>208</Paragraphs>
  <Slides>34</Slides>
  <Notes>1</Notes>
  <HiddenSlides>0</HiddenSlides>
  <MMClips>0</MMClips>
  <ScaleCrop>false</ScaleCrop>
  <HeadingPairs>
    <vt:vector size="6" baseType="variant">
      <vt:variant>
        <vt:lpstr>已用的字体</vt:lpstr>
      </vt:variant>
      <vt:variant>
        <vt:i4>12</vt:i4>
      </vt:variant>
      <vt:variant>
        <vt:lpstr>主题</vt:lpstr>
      </vt:variant>
      <vt:variant>
        <vt:i4>1</vt:i4>
      </vt:variant>
      <vt:variant>
        <vt:lpstr>幻灯片标题</vt:lpstr>
      </vt:variant>
      <vt:variant>
        <vt:i4>34</vt:i4>
      </vt:variant>
    </vt:vector>
  </HeadingPairs>
  <TitlesOfParts>
    <vt:vector size="47" baseType="lpstr">
      <vt:lpstr>Arial</vt:lpstr>
      <vt:lpstr>SimSun</vt:lpstr>
      <vt:lpstr>Wingdings</vt:lpstr>
      <vt:lpstr>Wingdings 2</vt:lpstr>
      <vt:lpstr>Verdana</vt:lpstr>
      <vt:lpstr>Times New Roman</vt:lpstr>
      <vt:lpstr>Gill Sans MT</vt:lpstr>
      <vt:lpstr>Microsoft YaHei</vt:lpstr>
      <vt:lpstr>Arial Unicode MS</vt:lpstr>
      <vt:lpstr>Calibri</vt:lpstr>
      <vt:lpstr>Salesforce Sans</vt:lpstr>
      <vt:lpstr>Segoe Print</vt:lpstr>
      <vt:lpstr>Solstice</vt:lpstr>
      <vt:lpstr>UNIT -II</vt:lpstr>
      <vt:lpstr>PowerPoint 演示文稿</vt:lpstr>
      <vt:lpstr>PowerPoint 演示文稿</vt:lpstr>
      <vt:lpstr>PowerPoint 演示文稿</vt:lpstr>
      <vt:lpstr>Restful API Modelling Language (RAML)</vt:lpstr>
      <vt:lpstr>Design Center</vt:lpstr>
      <vt:lpstr>PowerPoint 演示文稿</vt:lpstr>
      <vt:lpstr>PowerPoint 演示文稿</vt:lpstr>
      <vt:lpstr>PowerPoint 演示文稿</vt:lpstr>
      <vt:lpstr>PowerPoint 演示文稿</vt:lpstr>
      <vt:lpstr>Steps to import RAML file to studio</vt:lpstr>
      <vt:lpstr>Steps to import RAML file to studio</vt:lpstr>
      <vt:lpstr>Steps to import RAML file to studio</vt:lpstr>
      <vt:lpstr>Steps to create database thru workbench </vt:lpstr>
      <vt:lpstr>Steps to create database thru workbench </vt:lpstr>
      <vt:lpstr>Steps to import database</vt:lpstr>
      <vt:lpstr>Create table from studio</vt:lpstr>
      <vt:lpstr>Create table from studio</vt:lpstr>
      <vt:lpstr>Create table from studio</vt:lpstr>
      <vt:lpstr>Insert into table from studio</vt:lpstr>
      <vt:lpstr>Delete from table from studio</vt:lpstr>
      <vt:lpstr>Define Mule Application Deployment Options</vt:lpstr>
      <vt:lpstr>Define Mule Application Deployment Options</vt:lpstr>
      <vt:lpstr>CloudHub 2.0: </vt:lpstr>
      <vt:lpstr>CloudHub</vt:lpstr>
      <vt:lpstr>Hybrid: </vt:lpstr>
      <vt:lpstr>Anypoint Platform Private Cloud Edition </vt:lpstr>
      <vt:lpstr>Anypoint Runtime Fabric Deployments</vt:lpstr>
      <vt:lpstr> Mule Events </vt:lpstr>
      <vt:lpstr>PowerPoint 演示文稿</vt:lpstr>
      <vt:lpstr>PowerPoint 演示文稿</vt:lpstr>
      <vt:lpstr>PowerPoint 演示文稿</vt:lpstr>
      <vt:lpstr>notes</vt:lpstr>
      <vt:lpstr>references</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UNIT -II</dc:title>
  <dc:creator>MRUH</dc:creator>
  <cp:lastModifiedBy>Admin</cp:lastModifiedBy>
  <cp:revision>80</cp:revision>
  <dcterms:created xsi:type="dcterms:W3CDTF">2006-08-16T00:00:00Z</dcterms:created>
  <dcterms:modified xsi:type="dcterms:W3CDTF">2025-07-29T08:27:42Z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57C81C069E8A4CE7885B80B749E9CE64_12</vt:lpwstr>
  </property>
  <property fmtid="{D5CDD505-2E9C-101B-9397-08002B2CF9AE}" pid="3" name="KSOProductBuildVer">
    <vt:lpwstr>1033-12.2.0.21931</vt:lpwstr>
  </property>
</Properties>
</file>