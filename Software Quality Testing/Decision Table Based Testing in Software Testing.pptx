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7/19/2025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Decision Table Based Testing in Software Testing</a:t>
            </a:r>
            <a:endParaRPr lang="en-IN" sz="3200" dirty="0"/>
          </a:p>
        </p:txBody>
      </p:sp>
      <p:sp>
        <p:nvSpPr>
          <p:cNvPr id="3" name="Subtitle 2"/>
          <p:cNvSpPr>
            <a:spLocks noGrp="1"/>
          </p:cNvSpPr>
          <p:nvPr>
            <p:ph type="subTitle" idx="1"/>
          </p:nvPr>
        </p:nvSpPr>
        <p:spPr/>
        <p:txBody>
          <a:bodyPr/>
          <a:lstStyle/>
          <a:p>
            <a:r>
              <a:rPr lang="en-IN" dirty="0" smtClean="0"/>
              <a:t>UNIT3</a:t>
            </a:r>
            <a:endParaRPr lang="en-IN" dirty="0"/>
          </a:p>
        </p:txBody>
      </p:sp>
    </p:spTree>
    <p:extLst>
      <p:ext uri="{BB962C8B-B14F-4D97-AF65-F5344CB8AC3E}">
        <p14:creationId xmlns:p14="http://schemas.microsoft.com/office/powerpoint/2010/main" val="3487760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180407"/>
            <a:ext cx="9601196" cy="756458"/>
          </a:xfrm>
        </p:spPr>
        <p:txBody>
          <a:bodyPr>
            <a:normAutofit fontScale="90000"/>
          </a:bodyPr>
          <a:lstStyle/>
          <a:p>
            <a:r>
              <a:rPr lang="en-US" dirty="0" smtClean="0"/>
              <a:t/>
            </a:r>
            <a:br>
              <a:rPr lang="en-US" dirty="0" smtClean="0"/>
            </a:br>
            <a:r>
              <a:rPr lang="en-US" dirty="0" smtClean="0"/>
              <a:t>What </a:t>
            </a:r>
            <a:r>
              <a:rPr lang="en-US" dirty="0"/>
              <a:t>is a Decision Table :</a:t>
            </a:r>
            <a:br>
              <a:rPr lang="en-US" dirty="0"/>
            </a:br>
            <a:endParaRPr lang="en-IN" dirty="0"/>
          </a:p>
        </p:txBody>
      </p:sp>
      <p:sp>
        <p:nvSpPr>
          <p:cNvPr id="3" name="Content Placeholder 2"/>
          <p:cNvSpPr>
            <a:spLocks noGrp="1"/>
          </p:cNvSpPr>
          <p:nvPr>
            <p:ph idx="1"/>
          </p:nvPr>
        </p:nvSpPr>
        <p:spPr/>
        <p:txBody>
          <a:bodyPr>
            <a:normAutofit/>
          </a:bodyPr>
          <a:lstStyle/>
          <a:p>
            <a:endParaRPr lang="en-US" dirty="0"/>
          </a:p>
          <a:p>
            <a:r>
              <a:rPr lang="en-US" dirty="0"/>
              <a:t>Decision tables are used in various engineering fields to represent complex logical relationships. This testing is a very effective tool in testing the software and its requirements management. The output may be dependent on many input conditions and decision tables give a tabular view of various combinations of input conditions and these conditions are in the form of True(T) and False(F). Also, it provides a set of conditions and its corresponding actions required in the testing.</a:t>
            </a:r>
            <a:endParaRPr lang="en-IN" dirty="0"/>
          </a:p>
        </p:txBody>
      </p:sp>
    </p:spTree>
    <p:extLst>
      <p:ext uri="{BB962C8B-B14F-4D97-AF65-F5344CB8AC3E}">
        <p14:creationId xmlns:p14="http://schemas.microsoft.com/office/powerpoint/2010/main" val="4082360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863293"/>
          </a:xfrm>
        </p:spPr>
        <p:txBody>
          <a:bodyPr/>
          <a:lstStyle/>
          <a:p>
            <a:r>
              <a:rPr lang="en-IN" dirty="0"/>
              <a:t>Parts of Decision Tables :</a:t>
            </a:r>
          </a:p>
        </p:txBody>
      </p:sp>
      <p:sp>
        <p:nvSpPr>
          <p:cNvPr id="3" name="Content Placeholder 2"/>
          <p:cNvSpPr>
            <a:spLocks noGrp="1"/>
          </p:cNvSpPr>
          <p:nvPr>
            <p:ph idx="1"/>
          </p:nvPr>
        </p:nvSpPr>
        <p:spPr/>
        <p:txBody>
          <a:bodyPr/>
          <a:lstStyle/>
          <a:p>
            <a:r>
              <a:rPr lang="en-US" dirty="0"/>
              <a:t>In software testing, the decision table has 4 parts which are divided into portions and are given below :</a:t>
            </a:r>
          </a:p>
          <a:p>
            <a:endParaRPr lang="en-US" dirty="0"/>
          </a:p>
          <a:p>
            <a:endParaRPr lang="en-IN" dirty="0"/>
          </a:p>
        </p:txBody>
      </p:sp>
      <p:pic>
        <p:nvPicPr>
          <p:cNvPr id="4" name="Picture 3"/>
          <p:cNvPicPr>
            <a:picLocks noChangeAspect="1"/>
          </p:cNvPicPr>
          <p:nvPr/>
        </p:nvPicPr>
        <p:blipFill>
          <a:blip r:embed="rId2"/>
          <a:stretch>
            <a:fillRect/>
          </a:stretch>
        </p:blipFill>
        <p:spPr>
          <a:xfrm>
            <a:off x="4035483" y="3424843"/>
            <a:ext cx="2857500" cy="1995054"/>
          </a:xfrm>
          <a:prstGeom prst="rect">
            <a:avLst/>
          </a:prstGeom>
        </p:spPr>
      </p:pic>
    </p:spTree>
    <p:extLst>
      <p:ext uri="{BB962C8B-B14F-4D97-AF65-F5344CB8AC3E}">
        <p14:creationId xmlns:p14="http://schemas.microsoft.com/office/powerpoint/2010/main" val="429682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Parts of Decision Tables :</a:t>
            </a:r>
          </a:p>
        </p:txBody>
      </p:sp>
      <p:sp>
        <p:nvSpPr>
          <p:cNvPr id="3" name="Content Placeholder 2"/>
          <p:cNvSpPr>
            <a:spLocks noGrp="1"/>
          </p:cNvSpPr>
          <p:nvPr>
            <p:ph idx="1"/>
          </p:nvPr>
        </p:nvSpPr>
        <p:spPr/>
        <p:txBody>
          <a:bodyPr>
            <a:normAutofit fontScale="92500" lnSpcReduction="20000"/>
          </a:bodyPr>
          <a:lstStyle/>
          <a:p>
            <a:r>
              <a:rPr lang="en-US" dirty="0">
                <a:solidFill>
                  <a:srgbClr val="FF0000"/>
                </a:solidFill>
              </a:rPr>
              <a:t>Condition Stubs </a:t>
            </a:r>
            <a:r>
              <a:rPr lang="en-US" dirty="0"/>
              <a:t>: The conditions are listed in this first upper left part of the decision table that is used to determine a particular action or set of actions.</a:t>
            </a:r>
          </a:p>
          <a:p>
            <a:r>
              <a:rPr lang="en-US" dirty="0">
                <a:solidFill>
                  <a:srgbClr val="FF0000"/>
                </a:solidFill>
              </a:rPr>
              <a:t>Action Stubs </a:t>
            </a:r>
            <a:r>
              <a:rPr lang="en-US" dirty="0"/>
              <a:t>: All the possible actions are given in the first lower left portion (</a:t>
            </a:r>
            <a:r>
              <a:rPr lang="en-US" dirty="0" err="1"/>
              <a:t>i.e</a:t>
            </a:r>
            <a:r>
              <a:rPr lang="en-US" dirty="0"/>
              <a:t>, below condition stub) of the decision table.</a:t>
            </a:r>
          </a:p>
          <a:p>
            <a:r>
              <a:rPr lang="en-US" dirty="0">
                <a:solidFill>
                  <a:srgbClr val="FF0000"/>
                </a:solidFill>
              </a:rPr>
              <a:t>Condition Entries </a:t>
            </a:r>
            <a:r>
              <a:rPr lang="en-US" dirty="0"/>
              <a:t>: In the condition entry, the values are inputted in the upper right portion of the decision table. In the condition entries part of the table, there are multiple rows and columns which are known as Rule.</a:t>
            </a:r>
          </a:p>
          <a:p>
            <a:r>
              <a:rPr lang="en-US" dirty="0">
                <a:solidFill>
                  <a:srgbClr val="FF0000"/>
                </a:solidFill>
              </a:rPr>
              <a:t>Action Entries </a:t>
            </a:r>
            <a:r>
              <a:rPr lang="en-US" dirty="0"/>
              <a:t>:  In the action entry, every entry has some associated action or set of actions in the lower right portion of the decision table and these values are called outputs.</a:t>
            </a:r>
            <a:endParaRPr lang="en-IN" dirty="0"/>
          </a:p>
        </p:txBody>
      </p:sp>
    </p:spTree>
    <p:extLst>
      <p:ext uri="{BB962C8B-B14F-4D97-AF65-F5344CB8AC3E}">
        <p14:creationId xmlns:p14="http://schemas.microsoft.com/office/powerpoint/2010/main" val="356819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Decision Tables :</a:t>
            </a:r>
          </a:p>
        </p:txBody>
      </p:sp>
      <p:sp>
        <p:nvSpPr>
          <p:cNvPr id="3" name="Content Placeholder 2"/>
          <p:cNvSpPr>
            <a:spLocks noGrp="1"/>
          </p:cNvSpPr>
          <p:nvPr>
            <p:ph idx="1"/>
          </p:nvPr>
        </p:nvSpPr>
        <p:spPr/>
        <p:txBody>
          <a:bodyPr>
            <a:normAutofit lnSpcReduction="10000"/>
          </a:bodyPr>
          <a:lstStyle/>
          <a:p>
            <a:r>
              <a:rPr lang="en-US" dirty="0"/>
              <a:t>The decision tables are categorized into </a:t>
            </a:r>
            <a:r>
              <a:rPr lang="en-US" dirty="0">
                <a:solidFill>
                  <a:srgbClr val="FF0000"/>
                </a:solidFill>
              </a:rPr>
              <a:t>two types </a:t>
            </a:r>
            <a:r>
              <a:rPr lang="en-US" dirty="0"/>
              <a:t>and these are given below:</a:t>
            </a:r>
          </a:p>
          <a:p>
            <a:endParaRPr lang="en-US" dirty="0"/>
          </a:p>
          <a:p>
            <a:r>
              <a:rPr lang="en-US" dirty="0">
                <a:solidFill>
                  <a:srgbClr val="FF0000"/>
                </a:solidFill>
              </a:rPr>
              <a:t>Limited Entry </a:t>
            </a:r>
            <a:r>
              <a:rPr lang="en-US" dirty="0"/>
              <a:t>: In the limited entry decision tables, the condition entries are restricted to binary values.</a:t>
            </a:r>
          </a:p>
          <a:p>
            <a:r>
              <a:rPr lang="en-US" dirty="0">
                <a:solidFill>
                  <a:srgbClr val="FF0000"/>
                </a:solidFill>
              </a:rPr>
              <a:t>Extended Entry </a:t>
            </a:r>
            <a:r>
              <a:rPr lang="en-US" dirty="0"/>
              <a:t>: In the extended entry decision table, the condition entries have more than two values. The decision tables use multiple conditions where a condition may have many possibilities instead of only ‘true’ and ‘false’ are known as extended entry decision tables.</a:t>
            </a:r>
            <a:endParaRPr lang="en-IN" dirty="0"/>
          </a:p>
        </p:txBody>
      </p:sp>
    </p:spTree>
    <p:extLst>
      <p:ext uri="{BB962C8B-B14F-4D97-AF65-F5344CB8AC3E}">
        <p14:creationId xmlns:p14="http://schemas.microsoft.com/office/powerpoint/2010/main" val="80549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Applicability of Decision Tables </a:t>
            </a:r>
          </a:p>
        </p:txBody>
      </p:sp>
      <p:sp>
        <p:nvSpPr>
          <p:cNvPr id="3" name="Content Placeholder 2"/>
          <p:cNvSpPr>
            <a:spLocks noGrp="1"/>
          </p:cNvSpPr>
          <p:nvPr>
            <p:ph idx="1"/>
          </p:nvPr>
        </p:nvSpPr>
        <p:spPr/>
        <p:txBody>
          <a:bodyPr>
            <a:normAutofit/>
          </a:bodyPr>
          <a:lstStyle/>
          <a:p>
            <a:r>
              <a:rPr lang="en-US" smtClean="0"/>
              <a:t>The </a:t>
            </a:r>
            <a:r>
              <a:rPr lang="en-US" dirty="0"/>
              <a:t>order of rule evaluation has no effect on the resulting action.</a:t>
            </a:r>
          </a:p>
          <a:p>
            <a:r>
              <a:rPr lang="en-US" dirty="0"/>
              <a:t>The decision tables can be applied easily at the unit level only.</a:t>
            </a:r>
          </a:p>
          <a:p>
            <a:r>
              <a:rPr lang="en-US" dirty="0"/>
              <a:t>Once a rule is satisfied and the action selected, n another rule needs to be examined.</a:t>
            </a:r>
          </a:p>
          <a:p>
            <a:r>
              <a:rPr lang="en-US" dirty="0"/>
              <a:t>The restrictions do not eliminate many applications.</a:t>
            </a:r>
            <a:endParaRPr lang="en-IN" dirty="0"/>
          </a:p>
        </p:txBody>
      </p:sp>
    </p:spTree>
    <p:extLst>
      <p:ext uri="{BB962C8B-B14F-4D97-AF65-F5344CB8AC3E}">
        <p14:creationId xmlns:p14="http://schemas.microsoft.com/office/powerpoint/2010/main" val="118625933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37</TotalTime>
  <Words>398</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Garamond</vt:lpstr>
      <vt:lpstr>Organic</vt:lpstr>
      <vt:lpstr>Decision Table Based Testing in Software Testing</vt:lpstr>
      <vt:lpstr> What is a Decision Table : </vt:lpstr>
      <vt:lpstr>Parts of Decision Tables :</vt:lpstr>
      <vt:lpstr>Parts of Decision Tables :</vt:lpstr>
      <vt:lpstr>Types of Decision Tables :</vt:lpstr>
      <vt:lpstr>Applicability of Decision Tables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Table Based Testing in Software Testing</dc:title>
  <dc:creator>mruh</dc:creator>
  <cp:lastModifiedBy>mruh</cp:lastModifiedBy>
  <cp:revision>9</cp:revision>
  <dcterms:created xsi:type="dcterms:W3CDTF">2025-07-18T09:05:09Z</dcterms:created>
  <dcterms:modified xsi:type="dcterms:W3CDTF">2025-07-19T10:12:35Z</dcterms:modified>
</cp:coreProperties>
</file>