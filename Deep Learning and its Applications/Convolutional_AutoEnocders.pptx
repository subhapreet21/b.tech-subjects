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1B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1EB6B-C12B-ACF7-823A-C91C2C9B13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A2CDDC-1D09-A978-5C7A-1887F4CE04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572120-CD13-2B21-61AC-0C60A01E9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0CBB5-4449-4A27-A8D1-E3CCB5D36ECC}" type="datetimeFigureOut">
              <a:rPr lang="en-IN" smtClean="0"/>
              <a:t>19-09-2025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B7F5C3-239E-92BA-15D1-D64F9626B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F0BFB2-1088-3EC2-8911-9647A6324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29B5B-16F7-401E-9892-40DF2EA82D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6658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8095F-9B29-DC4E-2A95-979E09E3A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A77B6-CC6A-F912-18A8-F0333C47D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D652C-440C-3CBB-CE3F-DECA6B053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0CBB5-4449-4A27-A8D1-E3CCB5D36ECC}" type="datetimeFigureOut">
              <a:rPr lang="en-IN" smtClean="0"/>
              <a:t>19-09-2025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6889D6-86A1-DC20-5A37-F73C31199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1A50CA-C10B-ABE2-F6EE-96FCFA3AE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29B5B-16F7-401E-9892-40DF2EA82D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7551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8E7AE-367E-F280-9C98-4D5A3C455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C8DB4B-BD48-EA0A-CFD4-4CE4A6E06A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9C6F0-118A-543F-57E5-42A5ACBB7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0CBB5-4449-4A27-A8D1-E3CCB5D36ECC}" type="datetimeFigureOut">
              <a:rPr lang="en-IN" smtClean="0"/>
              <a:t>19-09-2025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A3D47-FCBC-7980-FD3A-FB80E895F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438419-6FE8-42AB-5387-B24EBF8B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29B5B-16F7-401E-9892-40DF2EA82D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7115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0234A-3809-9767-FE81-C662E2ABD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87092-AC6E-0101-9026-67BB591CB4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461D3B-DAD1-4349-C8FE-061BB1C007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4D81C2-E52E-677E-B086-79DCC2F0D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0CBB5-4449-4A27-A8D1-E3CCB5D36ECC}" type="datetimeFigureOut">
              <a:rPr lang="en-IN" smtClean="0"/>
              <a:t>19-09-2025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739A95-6321-14EE-AE04-8D2D1122F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7B5CE-8A1A-3FAC-2568-703511079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29B5B-16F7-401E-9892-40DF2EA82D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6690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6AE53-2739-9A89-744E-69E3AB4FE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5C7F66-8974-9CFA-5C39-B1F720BCE2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6AA37A-A8B6-AA5F-7868-41DB7DA18D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C9D47F-0182-935F-F1AD-FA1E66E25C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1C87B6-D024-01A9-2E3A-6C62BDC1A8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972421-5880-ED48-C6B5-3FC13E03E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0CBB5-4449-4A27-A8D1-E3CCB5D36ECC}" type="datetimeFigureOut">
              <a:rPr lang="en-IN" smtClean="0"/>
              <a:t>19-09-2025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BE63B6-1952-2A6D-A9CE-564B564C3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9E5428-260F-A827-FA79-CB76CDB52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29B5B-16F7-401E-9892-40DF2EA82D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454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667F4-9EBD-88C8-696C-02F56397F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38FB18-1AF7-9333-F9D6-D18B47CD6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0CBB5-4449-4A27-A8D1-E3CCB5D36ECC}" type="datetimeFigureOut">
              <a:rPr lang="en-IN" smtClean="0"/>
              <a:t>19-09-2025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D2AD92-6426-09D6-BCA4-CF4B5ADBC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1B4973-1BB1-3592-6907-91C41EA5D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29B5B-16F7-401E-9892-40DF2EA82D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5734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AEDF0C-96C4-B7B5-9C1D-00562FCCA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0CBB5-4449-4A27-A8D1-E3CCB5D36ECC}" type="datetimeFigureOut">
              <a:rPr lang="en-IN" smtClean="0"/>
              <a:t>19-09-2025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DC5A6D-F8B0-0003-34B4-D275F28A2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CCB4D0-22BA-113D-DB63-E1A62B042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29B5B-16F7-401E-9892-40DF2EA82D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9471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32739-B440-0F6C-7936-BC026B2DA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128CF-A3C3-3498-1413-DA2AA556A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BA880B-1D5C-157A-C6C5-AFFB0D1D94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D139D7-BC52-ED6F-C0C6-92646B380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0CBB5-4449-4A27-A8D1-E3CCB5D36ECC}" type="datetimeFigureOut">
              <a:rPr lang="en-IN" smtClean="0"/>
              <a:t>19-09-2025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E8F6B0-090D-6046-C0CB-319E2427E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AA981E-1F5E-55DD-2301-85FB7A152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29B5B-16F7-401E-9892-40DF2EA82D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3958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372DD-9F3C-A8F5-FA3F-711607A62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4592F9-2AAB-8E83-8255-D762BF5880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5C742A-94FE-B6AC-F3A9-F79CDFBCAD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EF821F-865A-155F-7D48-778DA21F0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0CBB5-4449-4A27-A8D1-E3CCB5D36ECC}" type="datetimeFigureOut">
              <a:rPr lang="en-IN" smtClean="0"/>
              <a:t>19-09-2025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1337DF-F06B-6AB7-8429-66E4C79B5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78B0DC-E9EB-F16C-9852-56C5A0AD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29B5B-16F7-401E-9892-40DF2EA82D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3201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C80E7-20B5-A1C5-2A6B-E294CDACB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5F1CBB-CE0A-53C9-7403-6259A9E30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ECC89-CA73-D584-E7EE-CDC4416CD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0CBB5-4449-4A27-A8D1-E3CCB5D36ECC}" type="datetimeFigureOut">
              <a:rPr lang="en-IN" smtClean="0"/>
              <a:t>19-09-2025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E926B-48AD-0E59-5DA7-7CCF2D0D3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CB89C-FF31-ABC8-6C88-002B8DCFF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29B5B-16F7-401E-9892-40DF2EA82D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7681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5D8D6F-E7DC-E017-4E1B-2DBE3F85EE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B44F7F-8CD2-F0B4-7965-5DBEE27E77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2FBA5-ED69-2FE7-7F49-E4029A8A9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0CBB5-4449-4A27-A8D1-E3CCB5D36ECC}" type="datetimeFigureOut">
              <a:rPr lang="en-IN" smtClean="0"/>
              <a:t>19-09-2025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7F5BA5-E6E6-6669-F03C-9A93DFA3D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9488D6-FF67-7741-16C1-202E65A1C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29B5B-16F7-401E-9892-40DF2EA82D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8480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8622B3-A227-229B-936F-762731265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48745D-63CF-56A2-BCE3-619ED2EF58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9A145-BA1F-CBD9-637D-6E8A499A77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F0CBB5-4449-4A27-A8D1-E3CCB5D36ECC}" type="datetimeFigureOut">
              <a:rPr lang="en-IN" smtClean="0"/>
              <a:t>19-09-2025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44701C-79E2-A004-5E90-31BF74BADC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CAF6BF-B239-242D-C92C-74CB7890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E29B5B-16F7-401E-9892-40DF2EA82D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6712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D3A9B1B-F8A6-46F2-9599-1602B3B58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1110" y="0"/>
            <a:ext cx="122942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50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0E7D24-114A-90B9-C848-A932F38D3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214" y="0"/>
            <a:ext cx="12246427" cy="6857999"/>
          </a:xfrm>
          <a:prstGeom prst="rect">
            <a:avLst/>
          </a:prstGeom>
        </p:spPr>
      </p:pic>
      <p:pic>
        <p:nvPicPr>
          <p:cNvPr id="1026" name="Picture 2" descr="Types of Autoencoders - GeeksforGeeks">
            <a:extLst>
              <a:ext uri="{FF2B5EF4-FFF2-40B4-BE49-F238E27FC236}">
                <a16:creationId xmlns:a16="http://schemas.microsoft.com/office/drawing/2014/main" id="{E21211AB-FD4B-3CB9-606B-0FF65AF831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140528"/>
            <a:ext cx="4288397" cy="3921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0534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6DD5BE-F9C6-62B2-0801-65E7A5687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754" y="0"/>
            <a:ext cx="122755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861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053A78-4DC8-8A32-D771-F93A58E3B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922" y="0"/>
            <a:ext cx="122278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34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0C4A65-7878-04A9-2E05-F204E161DD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535" y="0"/>
            <a:ext cx="122650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625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10A7B18-7E47-2FA6-62F2-ECF9827A7F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922" y="0"/>
            <a:ext cx="122278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0564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E28A0-49F7-6BF7-5121-1ECCB1CF2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C86B581-9471-CA54-AED4-8EF8B9CF1A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19" y="0"/>
            <a:ext cx="12217439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EFD60E-67B0-9D13-4506-C9BA56AE38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936" y="2119745"/>
            <a:ext cx="4436919" cy="443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049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061224-0F60-E1B0-E8B9-86A700995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214" y="0"/>
            <a:ext cx="12246427" cy="68579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7DE6344-9FCB-845A-6615-3F6D6A2357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4936" y="1998518"/>
            <a:ext cx="4454236" cy="4454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521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611B29-3ACC-362F-A44F-860DDDC3C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535" y="0"/>
            <a:ext cx="122650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591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50D72AF-2EAA-23A3-D004-629409213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854" y="0"/>
            <a:ext cx="12219707" cy="6857999"/>
          </a:xfrm>
          <a:prstGeom prst="rect">
            <a:avLst/>
          </a:prstGeom>
        </p:spPr>
      </p:pic>
      <p:pic>
        <p:nvPicPr>
          <p:cNvPr id="4100" name="Picture 4" descr="الصورة">
            <a:extLst>
              <a:ext uri="{FF2B5EF4-FFF2-40B4-BE49-F238E27FC236}">
                <a16:creationId xmlns:a16="http://schemas.microsoft.com/office/drawing/2014/main" id="{0AE9DEBC-4F68-0B23-FE0D-9678111515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2" t="2522" r="2202" b="2215"/>
          <a:stretch>
            <a:fillRect/>
          </a:stretch>
        </p:blipFill>
        <p:spPr bwMode="auto">
          <a:xfrm>
            <a:off x="6359236" y="1852218"/>
            <a:ext cx="5081156" cy="3997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77889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4D5FE9-6C07-024F-3BED-CA182B12AA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64"/>
            <a:ext cx="12191999" cy="6848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0562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E7F22D-6940-3013-02B8-56A3E39B0E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214" y="0"/>
            <a:ext cx="12246427" cy="68579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238F802-14B5-8EBE-5BAD-8142C3A9DD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000"/>
          <a:stretch>
            <a:fillRect/>
          </a:stretch>
        </p:blipFill>
        <p:spPr>
          <a:xfrm>
            <a:off x="5745019" y="1953490"/>
            <a:ext cx="5068454" cy="4561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9947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8C61C4-B60D-1595-49E2-5F806E2390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659" y="0"/>
            <a:ext cx="12209317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8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Subhapreet Patro</dc:creator>
  <cp:lastModifiedBy>Subhapreet Patro</cp:lastModifiedBy>
  <cp:revision>1</cp:revision>
  <dcterms:created xsi:type="dcterms:W3CDTF">2025-09-19T10:46:07Z</dcterms:created>
  <dcterms:modified xsi:type="dcterms:W3CDTF">2025-09-19T11:16:14Z</dcterms:modified>
</cp:coreProperties>
</file>